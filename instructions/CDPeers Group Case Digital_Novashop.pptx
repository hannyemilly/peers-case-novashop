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02" r:id="rId4"/>
    <p:sldMasterId id="2147485121" r:id="rId5"/>
    <p:sldMasterId id="2147485133" r:id="rId6"/>
    <p:sldMasterId id="2147485141" r:id="rId7"/>
  </p:sldMasterIdLst>
  <p:notesMasterIdLst>
    <p:notesMasterId r:id="rId12"/>
  </p:notesMasterIdLst>
  <p:handoutMasterIdLst>
    <p:handoutMasterId r:id="rId13"/>
  </p:handoutMasterIdLst>
  <p:sldIdLst>
    <p:sldId id="257" r:id="rId8"/>
    <p:sldId id="2147471663" r:id="rId9"/>
    <p:sldId id="2147471664" r:id="rId10"/>
    <p:sldId id="2147469344" r:id="rId11"/>
  </p:sldIdLst>
  <p:sldSz cx="12190413" cy="6858000"/>
  <p:notesSz cx="6743700" cy="9893300"/>
  <p:custDataLst>
    <p:tags r:id="rId14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62FCC29-9FDC-49B0-9EAB-BFD63F44B173}">
          <p14:sldIdLst>
            <p14:sldId id="257"/>
          </p14:sldIdLst>
        </p14:section>
        <p14:section name="Capa" id="{97877CDA-3691-4962-AE64-6430E4F9AE05}">
          <p14:sldIdLst/>
        </p14:section>
        <p14:section name="Case Digital Consulting" id="{58EEEDBA-B1F8-4A9D-89A6-9E9354341585}">
          <p14:sldIdLst>
            <p14:sldId id="2147471663"/>
            <p14:sldId id="2147471664"/>
          </p14:sldIdLst>
        </p14:section>
        <p14:section name="Fechamento" id="{9EE4C32F-2E5C-4BB7-A1FB-346123271E93}">
          <p14:sldIdLst>
            <p14:sldId id="2147469344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133" userDrawn="1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6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os, Paulo" initials="RP" lastIdx="1" clrIdx="0">
    <p:extLst>
      <p:ext uri="{19B8F6BF-5375-455C-9EA6-DF929625EA0E}">
        <p15:presenceInfo xmlns:p15="http://schemas.microsoft.com/office/powerpoint/2012/main" userId="S::paulo.ramos@rolandberger.com::a981b4fc-736e-47e9-840e-c5d6edbe5e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334"/>
    <a:srgbClr val="E1FF00"/>
    <a:srgbClr val="99A1AE"/>
    <a:srgbClr val="EFF6F8"/>
    <a:srgbClr val="031240"/>
    <a:srgbClr val="E8F1F5"/>
    <a:srgbClr val="D8E8EE"/>
    <a:srgbClr val="29FF65"/>
    <a:srgbClr val="BC5FFF"/>
    <a:srgbClr val="677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E5E19A-375F-C57D-09CE-A4CFFE6B050A}" v="1" dt="2026-04-16T18:27:38.202"/>
    <p1510:client id="{31332E12-9544-48A8-8E61-B7130D2CDF98}" v="55" dt="2026-04-16T12:21:28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4133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6"/>
        <p:guide pos="21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258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258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6FCDC-B0B8-4243-8340-DCE9AB0F745C}" type="datetimeFigureOut">
              <a:rPr lang="en-US" smtClean="0">
                <a:latin typeface="Arial" panose="020B0604020202020204" pitchFamily="34" charset="0"/>
              </a:rPr>
              <a:t>4/17/2026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96413"/>
            <a:ext cx="292258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9525" y="9396413"/>
            <a:ext cx="292258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2DC86-18DF-44F7-B539-BDC8A3E3733B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9248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16" userDrawn="1">
          <p15:clr>
            <a:srgbClr val="F26B43"/>
          </p15:clr>
        </p15:guide>
        <p15:guide id="2" pos="212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258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258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FD3789F-4648-4EA5-B177-1CC728AD392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613" y="741363"/>
            <a:ext cx="6594475" cy="3709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99000"/>
            <a:ext cx="5394325" cy="4452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96413"/>
            <a:ext cx="292258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96413"/>
            <a:ext cx="292258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B3DFC10-1456-4539-8175-254A373B5C1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01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FF311-3C86-CEBD-013B-28C83F68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4A7F1E-9B28-7053-C7CD-3B339F6BC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A6974-F285-3B28-0DB4-51435A2F7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Arial"/>
                <a:cs typeface="Arial"/>
              </a:rPr>
              <a:t>Parte</a:t>
            </a:r>
            <a:r>
              <a:rPr lang="en-US" dirty="0">
                <a:latin typeface="Arial"/>
                <a:cs typeface="Arial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9995-156A-9CB4-F567-9CD8A26AF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254B72-D232-4E28-9365-0DF198AC6F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672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CCB9-EE44-1B90-134D-D2A70663C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D1FC4-4BD8-EFA2-BBD9-41E525477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D317F-0B3F-B307-83F5-E50AE7CDE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7667A-E874-2AC4-3EDD-8BE10E491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254B72-D232-4E28-9365-0DF198AC6F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473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ur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13862BA3-6BD5-4FC8-9786-99CD848A637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0676" y="782025"/>
            <a:ext cx="10445857" cy="360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FC0401BE-74CB-0362-72FE-30EDDA2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76" y="347834"/>
            <a:ext cx="10445857" cy="46098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400" dirty="0"/>
            </a:lvl1pPr>
          </a:lstStyle>
          <a:p>
            <a:pPr lvl="0"/>
            <a:endParaRPr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38F353-7046-565F-4A50-D44CE1FC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Espaço Reservado para Número de Slide 3">
            <a:extLst>
              <a:ext uri="{FF2B5EF4-FFF2-40B4-BE49-F238E27FC236}">
                <a16:creationId xmlns:a16="http://schemas.microsoft.com/office/drawing/2014/main" id="{CC92DBC9-94D3-D3C2-DD2F-15007653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4474" y="6476291"/>
            <a:ext cx="643277" cy="169702"/>
          </a:xfrm>
          <a:prstGeom prst="rect">
            <a:avLst/>
          </a:prstGeom>
        </p:spPr>
        <p:txBody>
          <a:bodyPr/>
          <a:lstStyle/>
          <a:p>
            <a:fld id="{FE826CE7-9778-3F46-9725-5AB2C4565A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163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pos="74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l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8CA65D-3BA4-5E50-2B62-610EF334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1E09C6-9B38-6F27-57B2-3CE972F1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4474" y="6476291"/>
            <a:ext cx="643277" cy="169702"/>
          </a:xfrm>
          <a:prstGeom prst="rect">
            <a:avLst/>
          </a:prstGeom>
        </p:spPr>
        <p:txBody>
          <a:bodyPr/>
          <a:lstStyle/>
          <a:p>
            <a:fld id="{FE826CE7-9778-3F46-9725-5AB2C4565ACD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4A5DA2EE-B61E-7A40-ED0E-A38F3D46EC1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0678" y="1093275"/>
            <a:ext cx="10428922" cy="360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EA93FCEF-4776-5CFC-D335-16FCDFBB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78" y="347834"/>
            <a:ext cx="10428922" cy="646777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0216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pos="74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ção">
    <p:bg>
      <p:bgPr>
        <a:solidFill>
          <a:srgbClr val="001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7">
            <a:extLst>
              <a:ext uri="{FF2B5EF4-FFF2-40B4-BE49-F238E27FC236}">
                <a16:creationId xmlns:a16="http://schemas.microsoft.com/office/drawing/2014/main" id="{FDC5662E-ECB7-4E9B-B261-FD14433729A1}"/>
              </a:ext>
            </a:extLst>
          </p:cNvPr>
          <p:cNvSpPr txBox="1"/>
          <p:nvPr userDrawn="1"/>
        </p:nvSpPr>
        <p:spPr>
          <a:xfrm>
            <a:off x="-129417" y="-3602456"/>
            <a:ext cx="1242982" cy="15826714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102800" b="0" spc="-3">
                <a:solidFill>
                  <a:srgbClr val="677185"/>
                </a:solidFill>
                <a:latin typeface="Arial"/>
                <a:cs typeface="Arial"/>
              </a:rPr>
              <a:t>“</a:t>
            </a:r>
            <a:endParaRPr sz="102800" b="0">
              <a:solidFill>
                <a:srgbClr val="677185"/>
              </a:solidFill>
              <a:latin typeface="Arial"/>
              <a:cs typeface="Arial"/>
            </a:endParaRPr>
          </a:p>
        </p:txBody>
      </p:sp>
      <p:sp>
        <p:nvSpPr>
          <p:cNvPr id="37" name="Espaço Reservado para Texto 3">
            <a:extLst>
              <a:ext uri="{FF2B5EF4-FFF2-40B4-BE49-F238E27FC236}">
                <a16:creationId xmlns:a16="http://schemas.microsoft.com/office/drawing/2014/main" id="{77C803A1-C8B4-4071-87C2-F434E78EE5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98068" y="4410196"/>
            <a:ext cx="1961459" cy="308707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D9E8EE"/>
                </a:solidFill>
              </a:defRPr>
            </a:lvl1pPr>
          </a:lstStyle>
          <a:p>
            <a:pPr lvl="0"/>
            <a:r>
              <a:rPr lang="pt-BR"/>
              <a:t>Nome do autor</a:t>
            </a:r>
          </a:p>
        </p:txBody>
      </p:sp>
      <p:sp>
        <p:nvSpPr>
          <p:cNvPr id="36" name="Espaço Reservado para Rodapé 35">
            <a:extLst>
              <a:ext uri="{FF2B5EF4-FFF2-40B4-BE49-F238E27FC236}">
                <a16:creationId xmlns:a16="http://schemas.microsoft.com/office/drawing/2014/main" id="{553E7DDF-4826-0DDE-060F-4D882CEEAB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8" name="Espaço Reservado para Número de Slide 37">
            <a:extLst>
              <a:ext uri="{FF2B5EF4-FFF2-40B4-BE49-F238E27FC236}">
                <a16:creationId xmlns:a16="http://schemas.microsoft.com/office/drawing/2014/main" id="{A032DBCC-0164-FD22-BC36-5D72FA23BC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7373" y="6476291"/>
            <a:ext cx="643277" cy="1697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99A1AE"/>
                </a:solidFill>
              </a:defRPr>
            </a:lvl1pPr>
          </a:lstStyle>
          <a:p>
            <a:fld id="{FE826CE7-9778-3F46-9725-5AB2C4565AC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7F5ABE9E-52BD-C8B3-7696-FC845B031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63650" y="2095577"/>
            <a:ext cx="5606819" cy="30353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err="1"/>
              <a:t>Lorem</a:t>
            </a:r>
            <a:r>
              <a:rPr lang="pt-BR"/>
              <a:t> Ipsum é simplesmente uma simulação de texto da indústria tipográfica e de impressos, e vem sendo utilizado desde o século XVI, quando um impressor desconhecido pegou uma bandeja de tipos e os embaralhou para fazer um livro de modelos de tipos. </a:t>
            </a:r>
          </a:p>
        </p:txBody>
      </p:sp>
      <p:sp>
        <p:nvSpPr>
          <p:cNvPr id="51" name="Espaço Reservado para Imagem 50">
            <a:extLst>
              <a:ext uri="{FF2B5EF4-FFF2-40B4-BE49-F238E27FC236}">
                <a16:creationId xmlns:a16="http://schemas.microsoft.com/office/drawing/2014/main" id="{8CD8FB9C-13A0-1525-E763-C294E145C7E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60225" y="4176876"/>
            <a:ext cx="950907" cy="95090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4" name="Espaço Reservado para Texto 3">
            <a:extLst>
              <a:ext uri="{FF2B5EF4-FFF2-40B4-BE49-F238E27FC236}">
                <a16:creationId xmlns:a16="http://schemas.microsoft.com/office/drawing/2014/main" id="{AD986E74-1968-E81C-6F45-C71D19F2BE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8068" y="4814854"/>
            <a:ext cx="1961459" cy="308707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99A1AE"/>
                </a:solidFill>
              </a:defRPr>
            </a:lvl1pPr>
          </a:lstStyle>
          <a:p>
            <a:pPr lvl="0"/>
            <a:r>
              <a:rPr lang="pt-BR"/>
              <a:t>Cargo</a:t>
            </a:r>
          </a:p>
        </p:txBody>
      </p:sp>
      <p:cxnSp>
        <p:nvCxnSpPr>
          <p:cNvPr id="183" name="Straight Connector 15">
            <a:extLst>
              <a:ext uri="{FF2B5EF4-FFF2-40B4-BE49-F238E27FC236}">
                <a16:creationId xmlns:a16="http://schemas.microsoft.com/office/drawing/2014/main" id="{D82D0DA6-8335-6962-D7A5-6FB3CB5567B0}"/>
              </a:ext>
            </a:extLst>
          </p:cNvPr>
          <p:cNvCxnSpPr>
            <a:cxnSpLocks/>
          </p:cNvCxnSpPr>
          <p:nvPr userDrawn="1"/>
        </p:nvCxnSpPr>
        <p:spPr>
          <a:xfrm>
            <a:off x="306386" y="6561142"/>
            <a:ext cx="11259081" cy="0"/>
          </a:xfrm>
          <a:prstGeom prst="line">
            <a:avLst/>
          </a:prstGeom>
          <a:ln w="9525">
            <a:solidFill>
              <a:srgbClr val="D9E8EE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áfico 21">
            <a:extLst>
              <a:ext uri="{FF2B5EF4-FFF2-40B4-BE49-F238E27FC236}">
                <a16:creationId xmlns:a16="http://schemas.microsoft.com/office/drawing/2014/main" id="{074B70EF-56F1-CEB9-AD3B-22D5FE5028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3435922" y="3401828"/>
            <a:ext cx="6905668" cy="54341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4D008BCF-615C-30EF-4E61-DD97A7ED11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602" y="309784"/>
            <a:ext cx="796290" cy="228083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D1CCA1EA-D67E-A86C-6C08-0DB9B466F110}"/>
              </a:ext>
            </a:extLst>
          </p:cNvPr>
          <p:cNvGrpSpPr/>
          <p:nvPr userDrawn="1"/>
        </p:nvGrpSpPr>
        <p:grpSpPr>
          <a:xfrm>
            <a:off x="-947107" y="37665"/>
            <a:ext cx="682699" cy="1543897"/>
            <a:chOff x="-947107" y="37665"/>
            <a:chExt cx="682699" cy="1543897"/>
          </a:xfrm>
        </p:grpSpPr>
        <p:sp>
          <p:nvSpPr>
            <p:cNvPr id="13" name="object 37">
              <a:extLst>
                <a:ext uri="{FF2B5EF4-FFF2-40B4-BE49-F238E27FC236}">
                  <a16:creationId xmlns:a16="http://schemas.microsoft.com/office/drawing/2014/main" id="{9D51A2C3-A13E-3481-F4D7-58FDCEB0859C}"/>
                </a:ext>
              </a:extLst>
            </p:cNvPr>
            <p:cNvSpPr/>
            <p:nvPr userDrawn="1"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5" name="object 38">
              <a:extLst>
                <a:ext uri="{FF2B5EF4-FFF2-40B4-BE49-F238E27FC236}">
                  <a16:creationId xmlns:a16="http://schemas.microsoft.com/office/drawing/2014/main" id="{1029FA95-B389-8BBB-9D36-63E697465A5A}"/>
                </a:ext>
              </a:extLst>
            </p:cNvPr>
            <p:cNvSpPr/>
            <p:nvPr userDrawn="1"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6" name="object 39">
              <a:extLst>
                <a:ext uri="{FF2B5EF4-FFF2-40B4-BE49-F238E27FC236}">
                  <a16:creationId xmlns:a16="http://schemas.microsoft.com/office/drawing/2014/main" id="{017E1A15-4A43-05EC-6EB6-60DF5FA4F5CE}"/>
                </a:ext>
              </a:extLst>
            </p:cNvPr>
            <p:cNvSpPr/>
            <p:nvPr userDrawn="1"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7" name="object 40">
              <a:extLst>
                <a:ext uri="{FF2B5EF4-FFF2-40B4-BE49-F238E27FC236}">
                  <a16:creationId xmlns:a16="http://schemas.microsoft.com/office/drawing/2014/main" id="{C4485DBC-4777-413D-7243-9BC0E6872BEE}"/>
                </a:ext>
              </a:extLst>
            </p:cNvPr>
            <p:cNvSpPr/>
            <p:nvPr userDrawn="1"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8C272749-0AEC-2B18-5E72-098CA2838D90}"/>
                </a:ext>
              </a:extLst>
            </p:cNvPr>
            <p:cNvSpPr txBox="1"/>
            <p:nvPr userDrawn="1"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70729B3E-E5EE-B368-0FC5-4AAA27B5C31E}"/>
                </a:ext>
              </a:extLst>
            </p:cNvPr>
            <p:cNvSpPr txBox="1"/>
            <p:nvPr userDrawn="1"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7E2947D5-13D3-7A42-DB7C-BFC4BE14D244}"/>
                </a:ext>
              </a:extLst>
            </p:cNvPr>
            <p:cNvSpPr txBox="1"/>
            <p:nvPr userDrawn="1"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50716D97-AC39-0513-B5F4-99BFCEFE0C1E}"/>
                </a:ext>
              </a:extLst>
            </p:cNvPr>
            <p:cNvSpPr txBox="1"/>
            <p:nvPr userDrawn="1"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80D695BF-300B-E4BA-ED5B-D5F1F2E4B84D}"/>
              </a:ext>
            </a:extLst>
          </p:cNvPr>
          <p:cNvGrpSpPr/>
          <p:nvPr userDrawn="1"/>
        </p:nvGrpSpPr>
        <p:grpSpPr>
          <a:xfrm>
            <a:off x="-947107" y="1970981"/>
            <a:ext cx="682698" cy="1302062"/>
            <a:chOff x="-947107" y="1970981"/>
            <a:chExt cx="682698" cy="1302062"/>
          </a:xfrm>
        </p:grpSpPr>
        <p:sp>
          <p:nvSpPr>
            <p:cNvPr id="39" name="object 45">
              <a:extLst>
                <a:ext uri="{FF2B5EF4-FFF2-40B4-BE49-F238E27FC236}">
                  <a16:creationId xmlns:a16="http://schemas.microsoft.com/office/drawing/2014/main" id="{AE49F0DB-7B96-2C16-3BF6-2EF9D7436FE7}"/>
                </a:ext>
              </a:extLst>
            </p:cNvPr>
            <p:cNvSpPr/>
            <p:nvPr userDrawn="1"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46">
              <a:extLst>
                <a:ext uri="{FF2B5EF4-FFF2-40B4-BE49-F238E27FC236}">
                  <a16:creationId xmlns:a16="http://schemas.microsoft.com/office/drawing/2014/main" id="{7AC6D141-A5D5-4C8B-D49E-8CE2856C0656}"/>
                </a:ext>
              </a:extLst>
            </p:cNvPr>
            <p:cNvSpPr/>
            <p:nvPr userDrawn="1"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7">
              <a:extLst>
                <a:ext uri="{FF2B5EF4-FFF2-40B4-BE49-F238E27FC236}">
                  <a16:creationId xmlns:a16="http://schemas.microsoft.com/office/drawing/2014/main" id="{05A2AA1D-1C03-5AE6-AA3C-F4DF2CEB96AB}"/>
                </a:ext>
              </a:extLst>
            </p:cNvPr>
            <p:cNvSpPr/>
            <p:nvPr userDrawn="1"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F60AD5B7-E4C9-93B5-28DF-4A7F84C5FA55}"/>
                </a:ext>
              </a:extLst>
            </p:cNvPr>
            <p:cNvSpPr txBox="1"/>
            <p:nvPr userDrawn="1"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4996EE9D-9701-A9F3-8794-663F089D2441}"/>
                </a:ext>
              </a:extLst>
            </p:cNvPr>
            <p:cNvSpPr txBox="1"/>
            <p:nvPr userDrawn="1"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02F01643-32AC-8960-0946-81121608A6AB}"/>
                </a:ext>
              </a:extLst>
            </p:cNvPr>
            <p:cNvSpPr txBox="1"/>
            <p:nvPr userDrawn="1"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0AA5C246-4CE5-80BB-7635-10E02959AC51}"/>
              </a:ext>
            </a:extLst>
          </p:cNvPr>
          <p:cNvGrpSpPr/>
          <p:nvPr userDrawn="1"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20C28A94-D3E1-BB87-4EF7-B4098DD2FCEF}"/>
                </a:ext>
              </a:extLst>
            </p:cNvPr>
            <p:cNvSpPr txBox="1"/>
            <p:nvPr userDrawn="1"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5756707B-2D7E-EA9D-7615-B179EEFF6E4C}"/>
                </a:ext>
              </a:extLst>
            </p:cNvPr>
            <p:cNvSpPr txBox="1"/>
            <p:nvPr userDrawn="1"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0FC62DDF-531A-DA44-8D4A-1285BB04C261}"/>
                </a:ext>
              </a:extLst>
            </p:cNvPr>
            <p:cNvSpPr txBox="1"/>
            <p:nvPr userDrawn="1"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  <p:pic>
        <p:nvPicPr>
          <p:cNvPr id="53" name="Gráfico 52">
            <a:extLst>
              <a:ext uri="{FF2B5EF4-FFF2-40B4-BE49-F238E27FC236}">
                <a16:creationId xmlns:a16="http://schemas.microsoft.com/office/drawing/2014/main" id="{4DA91110-09D7-4CED-ADC3-96091286D1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540" y="6243150"/>
            <a:ext cx="223542" cy="22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3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apa abertura">
    <p:bg>
      <p:bgPr>
        <a:solidFill>
          <a:srgbClr val="001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335F1B82-0DB9-857A-D884-C4D4BB6502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693947"/>
            <a:ext cx="12190413" cy="164053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D9C8F316-36BB-D31C-3F51-A05640743A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9170" y="3112984"/>
            <a:ext cx="7210486" cy="694588"/>
          </a:xfrm>
          <a:prstGeom prst="rect">
            <a:avLst/>
          </a:prstGeom>
        </p:spPr>
      </p:pic>
      <p:pic>
        <p:nvPicPr>
          <p:cNvPr id="25" name="Imagem 2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E794D7B9-674D-94EA-ED37-7F2E2C2A7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25250595-7C3A-5CE8-CCDA-33E1542CBA30}"/>
              </a:ext>
            </a:extLst>
          </p:cNvPr>
          <p:cNvGrpSpPr/>
          <p:nvPr userDrawn="1"/>
        </p:nvGrpSpPr>
        <p:grpSpPr>
          <a:xfrm>
            <a:off x="-947107" y="37665"/>
            <a:ext cx="682699" cy="1543897"/>
            <a:chOff x="-947107" y="37665"/>
            <a:chExt cx="682699" cy="1543897"/>
          </a:xfrm>
        </p:grpSpPr>
        <p:sp>
          <p:nvSpPr>
            <p:cNvPr id="3" name="object 37">
              <a:extLst>
                <a:ext uri="{FF2B5EF4-FFF2-40B4-BE49-F238E27FC236}">
                  <a16:creationId xmlns:a16="http://schemas.microsoft.com/office/drawing/2014/main" id="{D6FE5280-0C61-FC24-3F76-B2C9EB4C0866}"/>
                </a:ext>
              </a:extLst>
            </p:cNvPr>
            <p:cNvSpPr/>
            <p:nvPr userDrawn="1"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1" name="object 38">
              <a:extLst>
                <a:ext uri="{FF2B5EF4-FFF2-40B4-BE49-F238E27FC236}">
                  <a16:creationId xmlns:a16="http://schemas.microsoft.com/office/drawing/2014/main" id="{BB33618C-6CF3-852A-8E18-AE94A5EDBB93}"/>
                </a:ext>
              </a:extLst>
            </p:cNvPr>
            <p:cNvSpPr/>
            <p:nvPr userDrawn="1"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3" name="object 39">
              <a:extLst>
                <a:ext uri="{FF2B5EF4-FFF2-40B4-BE49-F238E27FC236}">
                  <a16:creationId xmlns:a16="http://schemas.microsoft.com/office/drawing/2014/main" id="{02D9220E-D01E-7341-1295-28D51BB39198}"/>
                </a:ext>
              </a:extLst>
            </p:cNvPr>
            <p:cNvSpPr/>
            <p:nvPr userDrawn="1"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6" name="object 40">
              <a:extLst>
                <a:ext uri="{FF2B5EF4-FFF2-40B4-BE49-F238E27FC236}">
                  <a16:creationId xmlns:a16="http://schemas.microsoft.com/office/drawing/2014/main" id="{9A452B94-8E6C-B2C3-CC2A-0F458C4A53C7}"/>
                </a:ext>
              </a:extLst>
            </p:cNvPr>
            <p:cNvSpPr/>
            <p:nvPr userDrawn="1"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F0DEE935-64CE-D7E7-E2C8-2E9B1BB4ABF5}"/>
                </a:ext>
              </a:extLst>
            </p:cNvPr>
            <p:cNvSpPr txBox="1"/>
            <p:nvPr userDrawn="1"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CDC74712-D663-7847-02AF-CC6A21AF6157}"/>
                </a:ext>
              </a:extLst>
            </p:cNvPr>
            <p:cNvSpPr txBox="1"/>
            <p:nvPr userDrawn="1"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E9352D07-11A7-1208-A633-8D2586B276F8}"/>
                </a:ext>
              </a:extLst>
            </p:cNvPr>
            <p:cNvSpPr txBox="1"/>
            <p:nvPr userDrawn="1"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706BDC4A-ABD8-2EF2-62BA-A9A808D492A0}"/>
                </a:ext>
              </a:extLst>
            </p:cNvPr>
            <p:cNvSpPr txBox="1"/>
            <p:nvPr userDrawn="1"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D7B44B6-3B51-31FC-471E-13DCEB8F0D12}"/>
              </a:ext>
            </a:extLst>
          </p:cNvPr>
          <p:cNvGrpSpPr/>
          <p:nvPr userDrawn="1"/>
        </p:nvGrpSpPr>
        <p:grpSpPr>
          <a:xfrm>
            <a:off x="-947107" y="1970981"/>
            <a:ext cx="682698" cy="1302062"/>
            <a:chOff x="-947107" y="1970981"/>
            <a:chExt cx="682698" cy="1302062"/>
          </a:xfrm>
        </p:grpSpPr>
        <p:sp>
          <p:nvSpPr>
            <p:cNvPr id="37" name="object 45">
              <a:extLst>
                <a:ext uri="{FF2B5EF4-FFF2-40B4-BE49-F238E27FC236}">
                  <a16:creationId xmlns:a16="http://schemas.microsoft.com/office/drawing/2014/main" id="{E2CF0D65-A958-4E7D-7914-3AEE1A89AD26}"/>
                </a:ext>
              </a:extLst>
            </p:cNvPr>
            <p:cNvSpPr/>
            <p:nvPr userDrawn="1"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46">
              <a:extLst>
                <a:ext uri="{FF2B5EF4-FFF2-40B4-BE49-F238E27FC236}">
                  <a16:creationId xmlns:a16="http://schemas.microsoft.com/office/drawing/2014/main" id="{C24CE3ED-5E99-E949-E305-D7D21B052CD9}"/>
                </a:ext>
              </a:extLst>
            </p:cNvPr>
            <p:cNvSpPr/>
            <p:nvPr userDrawn="1"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47">
              <a:extLst>
                <a:ext uri="{FF2B5EF4-FFF2-40B4-BE49-F238E27FC236}">
                  <a16:creationId xmlns:a16="http://schemas.microsoft.com/office/drawing/2014/main" id="{A7D7F496-C5C8-AB00-E5CC-C18A81C34D44}"/>
                </a:ext>
              </a:extLst>
            </p:cNvPr>
            <p:cNvSpPr/>
            <p:nvPr userDrawn="1"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C2D7DB7D-6563-B840-93CE-DFC9DEBC10D0}"/>
                </a:ext>
              </a:extLst>
            </p:cNvPr>
            <p:cNvSpPr txBox="1"/>
            <p:nvPr userDrawn="1"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A2BF8BD5-370E-BCD1-B992-1202A80B3092}"/>
                </a:ext>
              </a:extLst>
            </p:cNvPr>
            <p:cNvSpPr txBox="1"/>
            <p:nvPr userDrawn="1"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297B3FB6-58FF-CD58-D849-DE23FAD727BE}"/>
                </a:ext>
              </a:extLst>
            </p:cNvPr>
            <p:cNvSpPr txBox="1"/>
            <p:nvPr userDrawn="1"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F143C17A-549F-46F5-4129-949EB67DEA0B}"/>
              </a:ext>
            </a:extLst>
          </p:cNvPr>
          <p:cNvGrpSpPr/>
          <p:nvPr userDrawn="1"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3597BED0-54FD-43E0-323E-50C6AF0F7388}"/>
                </a:ext>
              </a:extLst>
            </p:cNvPr>
            <p:cNvSpPr txBox="1"/>
            <p:nvPr userDrawn="1"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7BDC19D3-1174-598A-C548-672075BA7384}"/>
                </a:ext>
              </a:extLst>
            </p:cNvPr>
            <p:cNvSpPr txBox="1"/>
            <p:nvPr userDrawn="1"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A1667D4E-5636-13D8-8403-045A35727C03}"/>
                </a:ext>
              </a:extLst>
            </p:cNvPr>
            <p:cNvSpPr txBox="1"/>
            <p:nvPr userDrawn="1"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3863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Principal">
    <p:bg>
      <p:bgPr>
        <a:solidFill>
          <a:srgbClr val="001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7">
            <a:extLst>
              <a:ext uri="{FF2B5EF4-FFF2-40B4-BE49-F238E27FC236}">
                <a16:creationId xmlns:a16="http://schemas.microsoft.com/office/drawing/2014/main" id="{8FBFAAC7-A98C-F9FF-AFB5-DE274FDA0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857" y="2462767"/>
            <a:ext cx="5720477" cy="1675973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Aqui vai um título para divisória de assunto</a:t>
            </a:r>
          </a:p>
        </p:txBody>
      </p:sp>
      <p:sp>
        <p:nvSpPr>
          <p:cNvPr id="13" name="Espaço Reservado para Texto 4">
            <a:extLst>
              <a:ext uri="{FF2B5EF4-FFF2-40B4-BE49-F238E27FC236}">
                <a16:creationId xmlns:a16="http://schemas.microsoft.com/office/drawing/2014/main" id="{45AD1CB6-3E4D-3840-5BE9-808C198744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857" y="4415841"/>
            <a:ext cx="3935124" cy="2210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2000"/>
              </a:lnSpc>
              <a:spcBef>
                <a:spcPts val="58"/>
              </a:spcBef>
              <a:buNone/>
              <a:defRPr sz="1395">
                <a:solidFill>
                  <a:srgbClr val="D9E8E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174" name="Espaço Reservado para Número de Slide 20">
            <a:extLst>
              <a:ext uri="{FF2B5EF4-FFF2-40B4-BE49-F238E27FC236}">
                <a16:creationId xmlns:a16="http://schemas.microsoft.com/office/drawing/2014/main" id="{52F4F573-F058-8CCA-A4B8-98E38E333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9310" y="6413981"/>
            <a:ext cx="643277" cy="1697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800" kern="1200">
                <a:solidFill>
                  <a:srgbClr val="99A1A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826CE7-9778-3F46-9725-5AB2C4565AC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D88D056A-2681-EB69-B37E-90C44C1A7C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2238" y="6375435"/>
            <a:ext cx="3935124" cy="22100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2000"/>
              </a:lnSpc>
              <a:spcBef>
                <a:spcPts val="58"/>
              </a:spcBef>
              <a:buNone/>
              <a:defRPr sz="1395">
                <a:solidFill>
                  <a:srgbClr val="D9E8E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Local e data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53BFD7A7-5582-20B3-DBFE-65D35E8C0E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6602" y="374841"/>
            <a:ext cx="796290" cy="228083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545A2801-C489-33C2-5CB3-7DE8D1ACE851}"/>
              </a:ext>
            </a:extLst>
          </p:cNvPr>
          <p:cNvGrpSpPr/>
          <p:nvPr userDrawn="1"/>
        </p:nvGrpSpPr>
        <p:grpSpPr>
          <a:xfrm>
            <a:off x="-947107" y="37665"/>
            <a:ext cx="682699" cy="1543897"/>
            <a:chOff x="-947107" y="37665"/>
            <a:chExt cx="682699" cy="1543897"/>
          </a:xfrm>
        </p:grpSpPr>
        <p:sp>
          <p:nvSpPr>
            <p:cNvPr id="3" name="object 37">
              <a:extLst>
                <a:ext uri="{FF2B5EF4-FFF2-40B4-BE49-F238E27FC236}">
                  <a16:creationId xmlns:a16="http://schemas.microsoft.com/office/drawing/2014/main" id="{710D15A6-DBCD-CE76-85D6-BBE4D3AE5A28}"/>
                </a:ext>
              </a:extLst>
            </p:cNvPr>
            <p:cNvSpPr/>
            <p:nvPr userDrawn="1"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38">
              <a:extLst>
                <a:ext uri="{FF2B5EF4-FFF2-40B4-BE49-F238E27FC236}">
                  <a16:creationId xmlns:a16="http://schemas.microsoft.com/office/drawing/2014/main" id="{FE23D8CC-EFE6-7274-7530-B18222EF56F2}"/>
                </a:ext>
              </a:extLst>
            </p:cNvPr>
            <p:cNvSpPr/>
            <p:nvPr userDrawn="1"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39">
              <a:extLst>
                <a:ext uri="{FF2B5EF4-FFF2-40B4-BE49-F238E27FC236}">
                  <a16:creationId xmlns:a16="http://schemas.microsoft.com/office/drawing/2014/main" id="{EBD376FA-3F9D-B2DD-9BD4-6C9D74B0D405}"/>
                </a:ext>
              </a:extLst>
            </p:cNvPr>
            <p:cNvSpPr/>
            <p:nvPr userDrawn="1"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0" name="object 40">
              <a:extLst>
                <a:ext uri="{FF2B5EF4-FFF2-40B4-BE49-F238E27FC236}">
                  <a16:creationId xmlns:a16="http://schemas.microsoft.com/office/drawing/2014/main" id="{4335B261-F6CA-737B-54CA-766422DF06A6}"/>
                </a:ext>
              </a:extLst>
            </p:cNvPr>
            <p:cNvSpPr/>
            <p:nvPr userDrawn="1"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CBA58AA8-80D2-4F9D-7642-30BD64B98355}"/>
                </a:ext>
              </a:extLst>
            </p:cNvPr>
            <p:cNvSpPr txBox="1"/>
            <p:nvPr userDrawn="1"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36C5A4EF-7F29-CB77-B384-8F882D540303}"/>
                </a:ext>
              </a:extLst>
            </p:cNvPr>
            <p:cNvSpPr txBox="1"/>
            <p:nvPr userDrawn="1"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77895098-BDBA-8476-62C7-51FF8017A35F}"/>
                </a:ext>
              </a:extLst>
            </p:cNvPr>
            <p:cNvSpPr txBox="1"/>
            <p:nvPr userDrawn="1"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A179D750-A5C1-7B8B-5EA0-44D0CE677A20}"/>
                </a:ext>
              </a:extLst>
            </p:cNvPr>
            <p:cNvSpPr txBox="1"/>
            <p:nvPr userDrawn="1"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2C88256D-222D-2C3F-3B5C-84C749A7A7BB}"/>
              </a:ext>
            </a:extLst>
          </p:cNvPr>
          <p:cNvGrpSpPr/>
          <p:nvPr userDrawn="1"/>
        </p:nvGrpSpPr>
        <p:grpSpPr>
          <a:xfrm>
            <a:off x="-947107" y="1970981"/>
            <a:ext cx="682698" cy="1302062"/>
            <a:chOff x="-947107" y="1970981"/>
            <a:chExt cx="682698" cy="1302062"/>
          </a:xfrm>
        </p:grpSpPr>
        <p:sp>
          <p:nvSpPr>
            <p:cNvPr id="18" name="object 45">
              <a:extLst>
                <a:ext uri="{FF2B5EF4-FFF2-40B4-BE49-F238E27FC236}">
                  <a16:creationId xmlns:a16="http://schemas.microsoft.com/office/drawing/2014/main" id="{33BC6759-BA25-9037-B977-CF3094AD4BDA}"/>
                </a:ext>
              </a:extLst>
            </p:cNvPr>
            <p:cNvSpPr/>
            <p:nvPr userDrawn="1"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9" name="object 46">
              <a:extLst>
                <a:ext uri="{FF2B5EF4-FFF2-40B4-BE49-F238E27FC236}">
                  <a16:creationId xmlns:a16="http://schemas.microsoft.com/office/drawing/2014/main" id="{8BC7A189-41A6-0D57-C7F1-1E48F4C21B61}"/>
                </a:ext>
              </a:extLst>
            </p:cNvPr>
            <p:cNvSpPr/>
            <p:nvPr userDrawn="1"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0" name="object 47">
              <a:extLst>
                <a:ext uri="{FF2B5EF4-FFF2-40B4-BE49-F238E27FC236}">
                  <a16:creationId xmlns:a16="http://schemas.microsoft.com/office/drawing/2014/main" id="{4C57CA72-D0F0-B432-DD94-8C9050A3A631}"/>
                </a:ext>
              </a:extLst>
            </p:cNvPr>
            <p:cNvSpPr/>
            <p:nvPr userDrawn="1"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ABF7839E-CDFE-FB4C-144A-821D99FEA6C1}"/>
                </a:ext>
              </a:extLst>
            </p:cNvPr>
            <p:cNvSpPr txBox="1"/>
            <p:nvPr userDrawn="1"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B18EA3A9-DFBE-0EC9-D2F2-F4BAB389CF77}"/>
                </a:ext>
              </a:extLst>
            </p:cNvPr>
            <p:cNvSpPr txBox="1"/>
            <p:nvPr userDrawn="1"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EBA8E7B4-A94C-560C-47A1-C2937002ECD4}"/>
                </a:ext>
              </a:extLst>
            </p:cNvPr>
            <p:cNvSpPr txBox="1"/>
            <p:nvPr userDrawn="1"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622B8B-D9A6-FC3E-D4A8-6491ADB799C4}"/>
              </a:ext>
            </a:extLst>
          </p:cNvPr>
          <p:cNvGrpSpPr/>
          <p:nvPr userDrawn="1"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9C160228-F616-1E45-0EF3-091A592E2087}"/>
                </a:ext>
              </a:extLst>
            </p:cNvPr>
            <p:cNvSpPr txBox="1"/>
            <p:nvPr userDrawn="1"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6CE9FA30-1F8A-EE25-4B90-3E6D1ED2F6EE}"/>
                </a:ext>
              </a:extLst>
            </p:cNvPr>
            <p:cNvSpPr txBox="1"/>
            <p:nvPr userDrawn="1"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68E3E101-42BC-C505-A6C1-5A49C2FB0E91}"/>
                </a:ext>
              </a:extLst>
            </p:cNvPr>
            <p:cNvSpPr txBox="1"/>
            <p:nvPr userDrawn="1"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  <p:pic>
        <p:nvPicPr>
          <p:cNvPr id="51" name="Gráfico 50">
            <a:extLst>
              <a:ext uri="{FF2B5EF4-FFF2-40B4-BE49-F238E27FC236}">
                <a16:creationId xmlns:a16="http://schemas.microsoft.com/office/drawing/2014/main" id="{D6813DAA-D0B4-BACA-86AB-5FE3C4DCB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57" y="6354429"/>
            <a:ext cx="223542" cy="223542"/>
          </a:xfrm>
          <a:prstGeom prst="rect">
            <a:avLst/>
          </a:prstGeom>
        </p:spPr>
      </p:pic>
      <p:pic>
        <p:nvPicPr>
          <p:cNvPr id="52" name="Gráfico 51">
            <a:extLst>
              <a:ext uri="{FF2B5EF4-FFF2-40B4-BE49-F238E27FC236}">
                <a16:creationId xmlns:a16="http://schemas.microsoft.com/office/drawing/2014/main" id="{22C257B7-287C-D1ED-3238-58E9DDCC5F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3435922" y="3401828"/>
            <a:ext cx="6905668" cy="5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47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apa fechamento">
    <p:bg>
      <p:bgPr>
        <a:solidFill>
          <a:srgbClr val="001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6">
            <a:extLst>
              <a:ext uri="{FF2B5EF4-FFF2-40B4-BE49-F238E27FC236}">
                <a16:creationId xmlns:a16="http://schemas.microsoft.com/office/drawing/2014/main" id="{32319B98-E545-3C3B-9B66-ECFC17935848}"/>
              </a:ext>
            </a:extLst>
          </p:cNvPr>
          <p:cNvSpPr txBox="1"/>
          <p:nvPr userDrawn="1"/>
        </p:nvSpPr>
        <p:spPr>
          <a:xfrm>
            <a:off x="432621" y="5113833"/>
            <a:ext cx="1280465" cy="525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1" algn="l">
              <a:lnSpc>
                <a:spcPts val="1383"/>
              </a:lnSpc>
            </a:pPr>
            <a:r>
              <a:rPr lang="pt-BR" sz="1000" b="1" spc="9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São </a:t>
            </a:r>
            <a:r>
              <a:rPr lang="pt-BR" sz="1000" b="1" spc="6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Paulo - SP</a:t>
            </a:r>
            <a:br>
              <a:rPr lang="pt-BR" sz="1000" b="1" spc="6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</a:br>
            <a:r>
              <a:rPr lang="pt-BR" sz="1000" spc="-30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Av. </a:t>
            </a:r>
            <a:r>
              <a:rPr lang="pt-BR" sz="1000" spc="6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Ibirapuera,</a:t>
            </a:r>
            <a:r>
              <a:rPr lang="pt-BR" sz="1000" spc="27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 </a:t>
            </a:r>
            <a:r>
              <a:rPr lang="pt-BR" sz="1000" spc="6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1753 </a:t>
            </a:r>
          </a:p>
          <a:p>
            <a:pPr marL="7701" algn="l">
              <a:lnSpc>
                <a:spcPts val="1383"/>
              </a:lnSpc>
            </a:pPr>
            <a:r>
              <a:rPr lang="pt-BR" sz="1000" spc="6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18° </a:t>
            </a:r>
            <a:r>
              <a:rPr lang="pt-BR" sz="1000" spc="3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andar -</a:t>
            </a:r>
            <a:r>
              <a:rPr lang="pt-BR" sz="1000" spc="6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 </a:t>
            </a:r>
            <a:r>
              <a:rPr lang="pt-BR" sz="1000" spc="9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Moema</a:t>
            </a:r>
            <a:endParaRPr lang="pt-BR" sz="1000" noProof="0">
              <a:solidFill>
                <a:schemeClr val="bg1"/>
              </a:solidFill>
              <a:latin typeface="Arial" panose="020B0604020202020204" pitchFamily="34" charset="0"/>
              <a:ea typeface="TG Haido Grotesk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5FA8903-A5C5-5767-518B-FE661953F241}"/>
              </a:ext>
            </a:extLst>
          </p:cNvPr>
          <p:cNvSpPr txBox="1"/>
          <p:nvPr userDrawn="1"/>
        </p:nvSpPr>
        <p:spPr>
          <a:xfrm>
            <a:off x="1935008" y="5085694"/>
            <a:ext cx="1433911" cy="52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7701">
              <a:lnSpc>
                <a:spcPts val="1383"/>
              </a:lnSpc>
              <a:defRPr sz="1182" spc="-30">
                <a:solidFill>
                  <a:srgbClr val="031240"/>
                </a:solidFill>
                <a:latin typeface="Arial"/>
                <a:cs typeface="Arial"/>
              </a:defRPr>
            </a:lvl1pPr>
          </a:lstStyle>
          <a:p>
            <a:pPr lvl="0" algn="l"/>
            <a:r>
              <a:rPr lang="pt-BR" sz="1000" b="1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Nova Lima - MG</a:t>
            </a:r>
          </a:p>
          <a:p>
            <a:pPr lvl="0" algn="l"/>
            <a:r>
              <a:rPr lang="pt-BR" sz="100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Al. Oscar Niemeyer, 119 Vila da Serra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39EDFA6-24C8-7638-166A-3514A941C2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78869"/>
            <a:ext cx="12190413" cy="79131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A9FA419F-080A-9196-B55E-A7E617F535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0453" y="2740502"/>
            <a:ext cx="4809505" cy="1376995"/>
          </a:xfrm>
          <a:prstGeom prst="rect">
            <a:avLst/>
          </a:prstGeom>
        </p:spPr>
      </p:pic>
      <p:sp>
        <p:nvSpPr>
          <p:cNvPr id="25" name="object 16">
            <a:extLst>
              <a:ext uri="{FF2B5EF4-FFF2-40B4-BE49-F238E27FC236}">
                <a16:creationId xmlns:a16="http://schemas.microsoft.com/office/drawing/2014/main" id="{1D30317F-0A05-BD93-26C9-A469B6D4D11E}"/>
              </a:ext>
            </a:extLst>
          </p:cNvPr>
          <p:cNvSpPr txBox="1"/>
          <p:nvPr userDrawn="1"/>
        </p:nvSpPr>
        <p:spPr>
          <a:xfrm>
            <a:off x="420710" y="5840148"/>
            <a:ext cx="1433911" cy="52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1" algn="l">
              <a:lnSpc>
                <a:spcPts val="1383"/>
              </a:lnSpc>
            </a:pPr>
            <a:r>
              <a:rPr lang="pt-BR" sz="1000" b="1" spc="9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Rio de Janeiro - RJ</a:t>
            </a:r>
            <a:br>
              <a:rPr lang="pt-BR" sz="1000" b="1" spc="6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</a:br>
            <a:r>
              <a:rPr lang="pt-BR" sz="1000" kern="1200" spc="-3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R. São José, 90 </a:t>
            </a:r>
          </a:p>
          <a:p>
            <a:pPr marL="7701" algn="l">
              <a:lnSpc>
                <a:spcPts val="1383"/>
              </a:lnSpc>
            </a:pPr>
            <a:r>
              <a:rPr lang="pt-BR" sz="1000" kern="1200" spc="-3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Sala 1805, Centro</a:t>
            </a:r>
            <a:endParaRPr lang="pt-BR" sz="1000" kern="1200" spc="-30" noProof="0">
              <a:solidFill>
                <a:schemeClr val="bg1"/>
              </a:solidFill>
              <a:latin typeface="Arial" panose="020B0604020202020204" pitchFamily="34" charset="0"/>
              <a:ea typeface="TG Haido Grotesk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9C0AC2C5-FB18-2EDC-5580-EA4F0F434F3A}"/>
              </a:ext>
            </a:extLst>
          </p:cNvPr>
          <p:cNvSpPr txBox="1"/>
          <p:nvPr userDrawn="1"/>
        </p:nvSpPr>
        <p:spPr>
          <a:xfrm>
            <a:off x="1935008" y="5840148"/>
            <a:ext cx="1433911" cy="702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1" algn="l">
              <a:lnSpc>
                <a:spcPts val="1383"/>
              </a:lnSpc>
            </a:pPr>
            <a:r>
              <a:rPr lang="pt-BR" sz="1000" b="1" spc="9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Curitiba - PR</a:t>
            </a:r>
            <a:br>
              <a:rPr lang="pt-BR" sz="1000" b="1" spc="6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</a:br>
            <a:r>
              <a:rPr lang="pt-BR" sz="1000" spc="-30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R. </a:t>
            </a:r>
            <a:r>
              <a:rPr lang="pt-BR" sz="1000" spc="-30" noProof="0" err="1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Imac</a:t>
            </a:r>
            <a:r>
              <a:rPr lang="pt-BR" sz="1000" spc="-30" noProof="0">
                <a:solidFill>
                  <a:schemeClr val="bg1"/>
                </a:solidFill>
                <a:latin typeface="Arial" panose="020B0604020202020204" pitchFamily="34" charset="0"/>
                <a:ea typeface="TG Haido Grotesk" panose="00000500000000000000" pitchFamily="50" charset="0"/>
                <a:cs typeface="Arial" panose="020B0604020202020204" pitchFamily="34" charset="0"/>
              </a:rPr>
              <a:t>. Conceição, 1430 Prado Velho</a:t>
            </a:r>
            <a:endParaRPr lang="pt-BR" sz="1000" spc="6" noProof="0">
              <a:solidFill>
                <a:schemeClr val="bg1"/>
              </a:solidFill>
              <a:latin typeface="Arial" panose="020B0604020202020204" pitchFamily="34" charset="0"/>
              <a:ea typeface="TG Haido Grotesk" panose="00000500000000000000" pitchFamily="50" charset="0"/>
              <a:cs typeface="Arial" panose="020B0604020202020204" pitchFamily="34" charset="0"/>
            </a:endParaRPr>
          </a:p>
          <a:p>
            <a:pPr marL="7701" algn="l">
              <a:lnSpc>
                <a:spcPts val="1383"/>
              </a:lnSpc>
            </a:pPr>
            <a:endParaRPr lang="pt-BR" sz="1000" noProof="0">
              <a:solidFill>
                <a:schemeClr val="bg1"/>
              </a:solidFill>
              <a:latin typeface="Arial" panose="020B0604020202020204" pitchFamily="34" charset="0"/>
              <a:ea typeface="TG Haido Grotesk" panose="00000500000000000000" pitchFamily="50" charset="0"/>
              <a:cs typeface="Arial" panose="020B0604020202020204" pitchFamily="34" charset="0"/>
            </a:endParaRP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12E94EA-6F9C-3A78-80FE-7281762E1CCD}"/>
              </a:ext>
            </a:extLst>
          </p:cNvPr>
          <p:cNvGrpSpPr/>
          <p:nvPr userDrawn="1"/>
        </p:nvGrpSpPr>
        <p:grpSpPr>
          <a:xfrm>
            <a:off x="-947107" y="37665"/>
            <a:ext cx="682699" cy="1543897"/>
            <a:chOff x="-947107" y="37665"/>
            <a:chExt cx="682699" cy="1543897"/>
          </a:xfrm>
        </p:grpSpPr>
        <p:sp>
          <p:nvSpPr>
            <p:cNvPr id="28" name="object 37">
              <a:extLst>
                <a:ext uri="{FF2B5EF4-FFF2-40B4-BE49-F238E27FC236}">
                  <a16:creationId xmlns:a16="http://schemas.microsoft.com/office/drawing/2014/main" id="{400A9DE7-9AFF-E155-B86B-749507CE81E5}"/>
                </a:ext>
              </a:extLst>
            </p:cNvPr>
            <p:cNvSpPr/>
            <p:nvPr userDrawn="1"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9" name="object 38">
              <a:extLst>
                <a:ext uri="{FF2B5EF4-FFF2-40B4-BE49-F238E27FC236}">
                  <a16:creationId xmlns:a16="http://schemas.microsoft.com/office/drawing/2014/main" id="{05174C07-71E7-6369-5E63-964CF1E6ABBA}"/>
                </a:ext>
              </a:extLst>
            </p:cNvPr>
            <p:cNvSpPr/>
            <p:nvPr userDrawn="1"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39">
              <a:extLst>
                <a:ext uri="{FF2B5EF4-FFF2-40B4-BE49-F238E27FC236}">
                  <a16:creationId xmlns:a16="http://schemas.microsoft.com/office/drawing/2014/main" id="{56BFD894-0C76-6C94-132E-5BC66B4F03E6}"/>
                </a:ext>
              </a:extLst>
            </p:cNvPr>
            <p:cNvSpPr/>
            <p:nvPr userDrawn="1"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object 40">
              <a:extLst>
                <a:ext uri="{FF2B5EF4-FFF2-40B4-BE49-F238E27FC236}">
                  <a16:creationId xmlns:a16="http://schemas.microsoft.com/office/drawing/2014/main" id="{F69AE2CF-5689-AC1F-B824-5C24E9A2FCBF}"/>
                </a:ext>
              </a:extLst>
            </p:cNvPr>
            <p:cNvSpPr/>
            <p:nvPr userDrawn="1"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AB511AEF-31CB-842F-E4D0-A68CA07F9272}"/>
                </a:ext>
              </a:extLst>
            </p:cNvPr>
            <p:cNvSpPr txBox="1"/>
            <p:nvPr userDrawn="1"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803E928-FD1D-9E38-9FC9-DD1EE231CB48}"/>
                </a:ext>
              </a:extLst>
            </p:cNvPr>
            <p:cNvSpPr txBox="1"/>
            <p:nvPr userDrawn="1"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7A538E1C-E220-B7E3-DFE2-48D71C4AF9EF}"/>
                </a:ext>
              </a:extLst>
            </p:cNvPr>
            <p:cNvSpPr txBox="1"/>
            <p:nvPr userDrawn="1"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B2984D06-6F62-E5F1-C059-5BAB3F63C347}"/>
                </a:ext>
              </a:extLst>
            </p:cNvPr>
            <p:cNvSpPr txBox="1"/>
            <p:nvPr userDrawn="1"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448C7E1C-79EA-90BE-65E6-79B6ACD17279}"/>
              </a:ext>
            </a:extLst>
          </p:cNvPr>
          <p:cNvGrpSpPr/>
          <p:nvPr userDrawn="1"/>
        </p:nvGrpSpPr>
        <p:grpSpPr>
          <a:xfrm>
            <a:off x="-947107" y="1970981"/>
            <a:ext cx="682698" cy="1302062"/>
            <a:chOff x="-947107" y="1970981"/>
            <a:chExt cx="682698" cy="1302062"/>
          </a:xfrm>
        </p:grpSpPr>
        <p:sp>
          <p:nvSpPr>
            <p:cNvPr id="42" name="object 45">
              <a:extLst>
                <a:ext uri="{FF2B5EF4-FFF2-40B4-BE49-F238E27FC236}">
                  <a16:creationId xmlns:a16="http://schemas.microsoft.com/office/drawing/2014/main" id="{311E2C42-3776-706B-2039-844C9E182DDA}"/>
                </a:ext>
              </a:extLst>
            </p:cNvPr>
            <p:cNvSpPr/>
            <p:nvPr userDrawn="1"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6">
              <a:extLst>
                <a:ext uri="{FF2B5EF4-FFF2-40B4-BE49-F238E27FC236}">
                  <a16:creationId xmlns:a16="http://schemas.microsoft.com/office/drawing/2014/main" id="{0CBE4BD5-83C6-8BBD-0398-D9EBFA684E97}"/>
                </a:ext>
              </a:extLst>
            </p:cNvPr>
            <p:cNvSpPr/>
            <p:nvPr userDrawn="1"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4" name="object 47">
              <a:extLst>
                <a:ext uri="{FF2B5EF4-FFF2-40B4-BE49-F238E27FC236}">
                  <a16:creationId xmlns:a16="http://schemas.microsoft.com/office/drawing/2014/main" id="{485DB5FD-AFBC-4206-613C-D4E06CD2A5EE}"/>
                </a:ext>
              </a:extLst>
            </p:cNvPr>
            <p:cNvSpPr/>
            <p:nvPr userDrawn="1"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D0BF7915-B85C-AFE0-73E6-FF177E1FCCAC}"/>
                </a:ext>
              </a:extLst>
            </p:cNvPr>
            <p:cNvSpPr txBox="1"/>
            <p:nvPr userDrawn="1"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ECBD2B1A-618A-752B-D331-1E2C6DBEC23D}"/>
                </a:ext>
              </a:extLst>
            </p:cNvPr>
            <p:cNvSpPr txBox="1"/>
            <p:nvPr userDrawn="1"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9A6F6690-7DAF-1791-293F-CAA43BE87564}"/>
                </a:ext>
              </a:extLst>
            </p:cNvPr>
            <p:cNvSpPr txBox="1"/>
            <p:nvPr userDrawn="1"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89F20E4C-2DAF-8D9A-63B2-9E7D7CAD4ECC}"/>
              </a:ext>
            </a:extLst>
          </p:cNvPr>
          <p:cNvGrpSpPr/>
          <p:nvPr userDrawn="1"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7D54A4AC-36AC-82DD-7CDA-E2E2D6B507D6}"/>
                </a:ext>
              </a:extLst>
            </p:cNvPr>
            <p:cNvSpPr txBox="1"/>
            <p:nvPr userDrawn="1"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28A65C02-EF00-DF66-200D-0E2317C623F5}"/>
                </a:ext>
              </a:extLst>
            </p:cNvPr>
            <p:cNvSpPr txBox="1"/>
            <p:nvPr userDrawn="1"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79A1E91A-F07B-9717-EB9C-777ED101942A}"/>
                </a:ext>
              </a:extLst>
            </p:cNvPr>
            <p:cNvSpPr txBox="1"/>
            <p:nvPr userDrawn="1"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5216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sória">
    <p:bg>
      <p:bgPr>
        <a:solidFill>
          <a:srgbClr val="001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7">
            <a:extLst>
              <a:ext uri="{FF2B5EF4-FFF2-40B4-BE49-F238E27FC236}">
                <a16:creationId xmlns:a16="http://schemas.microsoft.com/office/drawing/2014/main" id="{8FBFAAC7-A98C-F9FF-AFB5-DE274FDA0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540" y="1908351"/>
            <a:ext cx="5720477" cy="1966644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pt-BR"/>
              <a:t>Aqui vai um título para divisória de assunto</a:t>
            </a:r>
          </a:p>
        </p:txBody>
      </p:sp>
      <p:sp>
        <p:nvSpPr>
          <p:cNvPr id="13" name="Espaço Reservado para Texto 4">
            <a:extLst>
              <a:ext uri="{FF2B5EF4-FFF2-40B4-BE49-F238E27FC236}">
                <a16:creationId xmlns:a16="http://schemas.microsoft.com/office/drawing/2014/main" id="{45AD1CB6-3E4D-3840-5BE9-808C198744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540" y="4408881"/>
            <a:ext cx="3935124" cy="2210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2000"/>
              </a:lnSpc>
              <a:spcBef>
                <a:spcPts val="58"/>
              </a:spcBef>
              <a:buNone/>
              <a:defRPr sz="139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172" name="Footer Placeholder 4">
            <a:extLst>
              <a:ext uri="{FF2B5EF4-FFF2-40B4-BE49-F238E27FC236}">
                <a16:creationId xmlns:a16="http://schemas.microsoft.com/office/drawing/2014/main" id="{D6B1BE56-788A-030F-1B21-435CBEADD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678" y="6616496"/>
            <a:ext cx="8749014" cy="1697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cxnSp>
        <p:nvCxnSpPr>
          <p:cNvPr id="173" name="Straight Connector 15">
            <a:extLst>
              <a:ext uri="{FF2B5EF4-FFF2-40B4-BE49-F238E27FC236}">
                <a16:creationId xmlns:a16="http://schemas.microsoft.com/office/drawing/2014/main" id="{178F302F-FE50-43BA-6B0D-0C035CB71DB4}"/>
              </a:ext>
            </a:extLst>
          </p:cNvPr>
          <p:cNvCxnSpPr>
            <a:cxnSpLocks/>
          </p:cNvCxnSpPr>
          <p:nvPr userDrawn="1"/>
        </p:nvCxnSpPr>
        <p:spPr>
          <a:xfrm>
            <a:off x="306386" y="6561142"/>
            <a:ext cx="11259081" cy="0"/>
          </a:xfrm>
          <a:prstGeom prst="line">
            <a:avLst/>
          </a:prstGeom>
          <a:ln w="9525">
            <a:solidFill>
              <a:srgbClr val="99A1AE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Espaço Reservado para Número de Slide 20">
            <a:extLst>
              <a:ext uri="{FF2B5EF4-FFF2-40B4-BE49-F238E27FC236}">
                <a16:creationId xmlns:a16="http://schemas.microsoft.com/office/drawing/2014/main" id="{52F4F573-F058-8CCA-A4B8-98E38E333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9310" y="6476291"/>
            <a:ext cx="643277" cy="1697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99A1AE"/>
                </a:solidFill>
              </a:defRPr>
            </a:lvl1pPr>
          </a:lstStyle>
          <a:p>
            <a:fld id="{FE826CE7-9778-3F46-9725-5AB2C4565AC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D30BA075-C980-16D6-6691-6280D9CFC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6602" y="309784"/>
            <a:ext cx="796290" cy="228083"/>
          </a:xfrm>
          <a:prstGeom prst="rect">
            <a:avLst/>
          </a:prstGeom>
        </p:spPr>
      </p:pic>
      <p:pic>
        <p:nvPicPr>
          <p:cNvPr id="179" name="Gráfico 178">
            <a:extLst>
              <a:ext uri="{FF2B5EF4-FFF2-40B4-BE49-F238E27FC236}">
                <a16:creationId xmlns:a16="http://schemas.microsoft.com/office/drawing/2014/main" id="{ACAF6EA5-8745-65D1-2072-C2255D020F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540" y="6243150"/>
            <a:ext cx="223542" cy="223542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B272BE53-21AF-CACA-B038-CFB505B429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31"/>
          <a:stretch/>
        </p:blipFill>
        <p:spPr>
          <a:xfrm>
            <a:off x="7935686" y="1146327"/>
            <a:ext cx="4254728" cy="4684504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A83B948E-58EE-6D24-1E82-66888F1F6BA5}"/>
              </a:ext>
            </a:extLst>
          </p:cNvPr>
          <p:cNvGrpSpPr/>
          <p:nvPr userDrawn="1"/>
        </p:nvGrpSpPr>
        <p:grpSpPr>
          <a:xfrm>
            <a:off x="-947107" y="37665"/>
            <a:ext cx="682699" cy="1543897"/>
            <a:chOff x="-947107" y="37665"/>
            <a:chExt cx="682699" cy="1543897"/>
          </a:xfrm>
        </p:grpSpPr>
        <p:sp>
          <p:nvSpPr>
            <p:cNvPr id="4" name="object 37">
              <a:extLst>
                <a:ext uri="{FF2B5EF4-FFF2-40B4-BE49-F238E27FC236}">
                  <a16:creationId xmlns:a16="http://schemas.microsoft.com/office/drawing/2014/main" id="{C3A8DA8F-2D0E-E9A7-B5FF-FF82FF1264AC}"/>
                </a:ext>
              </a:extLst>
            </p:cNvPr>
            <p:cNvSpPr/>
            <p:nvPr userDrawn="1"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38">
              <a:extLst>
                <a:ext uri="{FF2B5EF4-FFF2-40B4-BE49-F238E27FC236}">
                  <a16:creationId xmlns:a16="http://schemas.microsoft.com/office/drawing/2014/main" id="{A6FE9A58-4C7D-714B-0EE8-1CC4CB4BBAF4}"/>
                </a:ext>
              </a:extLst>
            </p:cNvPr>
            <p:cNvSpPr/>
            <p:nvPr userDrawn="1"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39">
              <a:extLst>
                <a:ext uri="{FF2B5EF4-FFF2-40B4-BE49-F238E27FC236}">
                  <a16:creationId xmlns:a16="http://schemas.microsoft.com/office/drawing/2014/main" id="{AAA8799F-AFED-82C6-CBE9-796EBBF8F6DC}"/>
                </a:ext>
              </a:extLst>
            </p:cNvPr>
            <p:cNvSpPr/>
            <p:nvPr userDrawn="1"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" name="object 40">
              <a:extLst>
                <a:ext uri="{FF2B5EF4-FFF2-40B4-BE49-F238E27FC236}">
                  <a16:creationId xmlns:a16="http://schemas.microsoft.com/office/drawing/2014/main" id="{4B021219-2E0F-96FC-B495-198E037BFB82}"/>
                </a:ext>
              </a:extLst>
            </p:cNvPr>
            <p:cNvSpPr/>
            <p:nvPr userDrawn="1"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07A3472-0830-9D17-A09A-02BCCA1701E8}"/>
                </a:ext>
              </a:extLst>
            </p:cNvPr>
            <p:cNvSpPr txBox="1"/>
            <p:nvPr userDrawn="1"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222860D-A252-8D63-A3A8-9309CF40CA10}"/>
                </a:ext>
              </a:extLst>
            </p:cNvPr>
            <p:cNvSpPr txBox="1"/>
            <p:nvPr userDrawn="1"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E06C8562-8141-0E2B-7621-7883F3243D72}"/>
                </a:ext>
              </a:extLst>
            </p:cNvPr>
            <p:cNvSpPr txBox="1"/>
            <p:nvPr userDrawn="1"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551A206-C1E3-3E6B-A6C5-E801B65F75B3}"/>
                </a:ext>
              </a:extLst>
            </p:cNvPr>
            <p:cNvSpPr txBox="1"/>
            <p:nvPr userDrawn="1"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C1184DB-58AF-9424-B894-64297534EA71}"/>
              </a:ext>
            </a:extLst>
          </p:cNvPr>
          <p:cNvGrpSpPr/>
          <p:nvPr userDrawn="1"/>
        </p:nvGrpSpPr>
        <p:grpSpPr>
          <a:xfrm>
            <a:off x="-947107" y="1970981"/>
            <a:ext cx="682698" cy="1302062"/>
            <a:chOff x="-947107" y="1970981"/>
            <a:chExt cx="682698" cy="1302062"/>
          </a:xfrm>
        </p:grpSpPr>
        <p:sp>
          <p:nvSpPr>
            <p:cNvPr id="16" name="object 45">
              <a:extLst>
                <a:ext uri="{FF2B5EF4-FFF2-40B4-BE49-F238E27FC236}">
                  <a16:creationId xmlns:a16="http://schemas.microsoft.com/office/drawing/2014/main" id="{1F8445AB-84F0-9D99-5B25-06ABD0390369}"/>
                </a:ext>
              </a:extLst>
            </p:cNvPr>
            <p:cNvSpPr/>
            <p:nvPr userDrawn="1"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7" name="object 46">
              <a:extLst>
                <a:ext uri="{FF2B5EF4-FFF2-40B4-BE49-F238E27FC236}">
                  <a16:creationId xmlns:a16="http://schemas.microsoft.com/office/drawing/2014/main" id="{9CB46E17-6053-956F-BD8D-85141B000EC7}"/>
                </a:ext>
              </a:extLst>
            </p:cNvPr>
            <p:cNvSpPr/>
            <p:nvPr userDrawn="1"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8" name="object 47">
              <a:extLst>
                <a:ext uri="{FF2B5EF4-FFF2-40B4-BE49-F238E27FC236}">
                  <a16:creationId xmlns:a16="http://schemas.microsoft.com/office/drawing/2014/main" id="{ECDC49AE-132E-3E7D-C026-FB906CC28AED}"/>
                </a:ext>
              </a:extLst>
            </p:cNvPr>
            <p:cNvSpPr/>
            <p:nvPr userDrawn="1"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A78D75F5-2FE0-0C8A-D97F-33FEB7357C6A}"/>
                </a:ext>
              </a:extLst>
            </p:cNvPr>
            <p:cNvSpPr txBox="1"/>
            <p:nvPr userDrawn="1"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D5B6FF1D-8A32-7FFC-0E84-2D2B0267CF13}"/>
                </a:ext>
              </a:extLst>
            </p:cNvPr>
            <p:cNvSpPr txBox="1"/>
            <p:nvPr userDrawn="1"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DCF07B8C-BB0C-69D3-2893-360A9176EF86}"/>
                </a:ext>
              </a:extLst>
            </p:cNvPr>
            <p:cNvSpPr txBox="1"/>
            <p:nvPr userDrawn="1"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54336CC-C569-F95A-BAE2-D2CD7031E301}"/>
              </a:ext>
            </a:extLst>
          </p:cNvPr>
          <p:cNvGrpSpPr/>
          <p:nvPr userDrawn="1"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270B4388-849F-6E45-5467-7FFC012BDC6D}"/>
                </a:ext>
              </a:extLst>
            </p:cNvPr>
            <p:cNvSpPr txBox="1"/>
            <p:nvPr userDrawn="1"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1E34C306-1CA7-B583-77AC-0E2C832B1006}"/>
                </a:ext>
              </a:extLst>
            </p:cNvPr>
            <p:cNvSpPr txBox="1"/>
            <p:nvPr userDrawn="1"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4D5E82F4-E6FA-FCCE-F870-AA2A93F8B8F1}"/>
                </a:ext>
              </a:extLst>
            </p:cNvPr>
            <p:cNvSpPr txBox="1"/>
            <p:nvPr userDrawn="1"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462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3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ur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13862BA3-6BD5-4FC8-9786-99CD848A637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0677" y="782026"/>
            <a:ext cx="1044585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FC0401BE-74CB-0362-72FE-30EDDA2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77" y="347834"/>
            <a:ext cx="10445857" cy="46098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400" dirty="0"/>
            </a:lvl1pPr>
          </a:lstStyle>
          <a:p>
            <a:pPr lvl="0"/>
            <a:r>
              <a:rPr lang="pt-BR"/>
              <a:t>Clique para editar o título Mestre</a:t>
            </a:r>
            <a:endParaRPr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38F353-7046-565F-4A50-D44CE1FC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Espaço Reservado para Número de Slide 3">
            <a:extLst>
              <a:ext uri="{FF2B5EF4-FFF2-40B4-BE49-F238E27FC236}">
                <a16:creationId xmlns:a16="http://schemas.microsoft.com/office/drawing/2014/main" id="{CC92DBC9-94D3-D3C2-DD2F-15007653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4475" y="6476291"/>
            <a:ext cx="643277" cy="169702"/>
          </a:xfrm>
          <a:prstGeom prst="rect">
            <a:avLst/>
          </a:prstGeom>
        </p:spPr>
        <p:txBody>
          <a:bodyPr/>
          <a:lstStyle/>
          <a:p>
            <a:fld id="{6415AE05-1028-44C4-8A85-CB9A36811B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8863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211">
          <p15:clr>
            <a:srgbClr val="FBAE40"/>
          </p15:clr>
        </p15:guide>
        <p15:guide id="3" pos="746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l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8CA65D-3BA4-5E50-2B62-610EF334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1E09C6-9B38-6F27-57B2-3CE972F1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4475" y="6476291"/>
            <a:ext cx="643277" cy="169702"/>
          </a:xfrm>
          <a:prstGeom prst="rect">
            <a:avLst/>
          </a:prstGeom>
        </p:spPr>
        <p:txBody>
          <a:bodyPr/>
          <a:lstStyle/>
          <a:p>
            <a:fld id="{6415AE05-1028-44C4-8A85-CB9A36811B6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4A5DA2EE-B61E-7A40-ED0E-A38F3D46EC1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0678" y="1093276"/>
            <a:ext cx="1042892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EA93FCEF-4776-5CFC-D335-16FCDFBB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78" y="347836"/>
            <a:ext cx="10428922" cy="646777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3732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211">
          <p15:clr>
            <a:srgbClr val="FBAE40"/>
          </p15:clr>
        </p15:guide>
        <p15:guide id="3" pos="746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">
    <p:bg>
      <p:bgPr>
        <a:solidFill>
          <a:srgbClr val="001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7">
            <a:extLst>
              <a:ext uri="{FF2B5EF4-FFF2-40B4-BE49-F238E27FC236}">
                <a16:creationId xmlns:a16="http://schemas.microsoft.com/office/drawing/2014/main" id="{FDC5662E-ECB7-4E9B-B261-FD14433729A1}"/>
              </a:ext>
            </a:extLst>
          </p:cNvPr>
          <p:cNvSpPr txBox="1"/>
          <p:nvPr/>
        </p:nvSpPr>
        <p:spPr>
          <a:xfrm>
            <a:off x="-129417" y="-3602456"/>
            <a:ext cx="1242982" cy="15826714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102790" b="0" spc="-3">
                <a:solidFill>
                  <a:srgbClr val="677185"/>
                </a:solidFill>
                <a:latin typeface="Arial"/>
                <a:cs typeface="Arial"/>
              </a:rPr>
              <a:t>“</a:t>
            </a:r>
            <a:endParaRPr sz="102790" b="0">
              <a:solidFill>
                <a:srgbClr val="677185"/>
              </a:solidFill>
              <a:latin typeface="Arial"/>
              <a:cs typeface="Arial"/>
            </a:endParaRPr>
          </a:p>
        </p:txBody>
      </p:sp>
      <p:sp>
        <p:nvSpPr>
          <p:cNvPr id="37" name="Espaço Reservado para Texto 3">
            <a:extLst>
              <a:ext uri="{FF2B5EF4-FFF2-40B4-BE49-F238E27FC236}">
                <a16:creationId xmlns:a16="http://schemas.microsoft.com/office/drawing/2014/main" id="{77C803A1-C8B4-4071-87C2-F434E78EE5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98068" y="4410198"/>
            <a:ext cx="1961459" cy="308707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D9E8EE"/>
                </a:solidFill>
              </a:defRPr>
            </a:lvl1pPr>
          </a:lstStyle>
          <a:p>
            <a:pPr lvl="0"/>
            <a:r>
              <a:rPr lang="pt-BR"/>
              <a:t>Nome do autor</a:t>
            </a:r>
          </a:p>
        </p:txBody>
      </p:sp>
      <p:sp>
        <p:nvSpPr>
          <p:cNvPr id="36" name="Espaço Reservado para Rodapé 35">
            <a:extLst>
              <a:ext uri="{FF2B5EF4-FFF2-40B4-BE49-F238E27FC236}">
                <a16:creationId xmlns:a16="http://schemas.microsoft.com/office/drawing/2014/main" id="{553E7DDF-4826-0DDE-060F-4D882CEEAB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8" name="Espaço Reservado para Número de Slide 37">
            <a:extLst>
              <a:ext uri="{FF2B5EF4-FFF2-40B4-BE49-F238E27FC236}">
                <a16:creationId xmlns:a16="http://schemas.microsoft.com/office/drawing/2014/main" id="{A032DBCC-0164-FD22-BC36-5D72FA23BC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7374" y="6476291"/>
            <a:ext cx="643277" cy="1697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99A1AE"/>
                </a:solidFill>
              </a:defRPr>
            </a:lvl1pPr>
          </a:lstStyle>
          <a:p>
            <a:fld id="{6415AE05-1028-44C4-8A85-CB9A36811B6A}" type="slidenum">
              <a:rPr lang="pt-BR" smtClean="0"/>
              <a:t>‹nº›</a:t>
            </a:fld>
            <a:endParaRPr lang="pt-BR"/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7F5ABE9E-52BD-C8B3-7696-FC845B031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63651" y="2095577"/>
            <a:ext cx="5606819" cy="30353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err="1"/>
              <a:t>Lorem</a:t>
            </a:r>
            <a:r>
              <a:rPr lang="pt-BR"/>
              <a:t> Ipsum é simplesmente uma simulação de texto da indústria tipográfica e de impressos, e vem sendo utilizado desde o século XVI, quando um impressor desconhecido pegou uma bandeja de tipos e os embaralhou para fazer um livro de modelos de tipos. </a:t>
            </a:r>
          </a:p>
        </p:txBody>
      </p:sp>
      <p:sp>
        <p:nvSpPr>
          <p:cNvPr id="51" name="Espaço Reservado para Imagem 50">
            <a:extLst>
              <a:ext uri="{FF2B5EF4-FFF2-40B4-BE49-F238E27FC236}">
                <a16:creationId xmlns:a16="http://schemas.microsoft.com/office/drawing/2014/main" id="{8CD8FB9C-13A0-1525-E763-C294E145C7E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60226" y="4176878"/>
            <a:ext cx="950907" cy="950907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54" name="Espaço Reservado para Texto 3">
            <a:extLst>
              <a:ext uri="{FF2B5EF4-FFF2-40B4-BE49-F238E27FC236}">
                <a16:creationId xmlns:a16="http://schemas.microsoft.com/office/drawing/2014/main" id="{AD986E74-1968-E81C-6F45-C71D19F2BE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8068" y="4814856"/>
            <a:ext cx="1961459" cy="308707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99A1AE"/>
                </a:solidFill>
              </a:defRPr>
            </a:lvl1pPr>
          </a:lstStyle>
          <a:p>
            <a:pPr lvl="0"/>
            <a:r>
              <a:rPr lang="pt-BR"/>
              <a:t>Cargo</a:t>
            </a:r>
          </a:p>
        </p:txBody>
      </p:sp>
      <p:cxnSp>
        <p:nvCxnSpPr>
          <p:cNvPr id="183" name="Straight Connector 15">
            <a:extLst>
              <a:ext uri="{FF2B5EF4-FFF2-40B4-BE49-F238E27FC236}">
                <a16:creationId xmlns:a16="http://schemas.microsoft.com/office/drawing/2014/main" id="{D82D0DA6-8335-6962-D7A5-6FB3CB5567B0}"/>
              </a:ext>
            </a:extLst>
          </p:cNvPr>
          <p:cNvCxnSpPr>
            <a:cxnSpLocks/>
          </p:cNvCxnSpPr>
          <p:nvPr/>
        </p:nvCxnSpPr>
        <p:spPr>
          <a:xfrm>
            <a:off x="306387" y="6561142"/>
            <a:ext cx="11259081" cy="0"/>
          </a:xfrm>
          <a:prstGeom prst="line">
            <a:avLst/>
          </a:prstGeom>
          <a:ln w="9525">
            <a:solidFill>
              <a:srgbClr val="D9E8EE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áfico 21">
            <a:extLst>
              <a:ext uri="{FF2B5EF4-FFF2-40B4-BE49-F238E27FC236}">
                <a16:creationId xmlns:a16="http://schemas.microsoft.com/office/drawing/2014/main" id="{074B70EF-56F1-CEB9-AD3B-22D5FE502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3435922" y="3401829"/>
            <a:ext cx="6905668" cy="54341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4D008BCF-615C-30EF-4E61-DD97A7ED11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602" y="309786"/>
            <a:ext cx="796290" cy="228083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D1CCA1EA-D67E-A86C-6C08-0DB9B466F110}"/>
              </a:ext>
            </a:extLst>
          </p:cNvPr>
          <p:cNvGrpSpPr/>
          <p:nvPr/>
        </p:nvGrpSpPr>
        <p:grpSpPr>
          <a:xfrm>
            <a:off x="-947107" y="37667"/>
            <a:ext cx="682699" cy="1543897"/>
            <a:chOff x="-947107" y="37665"/>
            <a:chExt cx="682699" cy="1543897"/>
          </a:xfrm>
        </p:grpSpPr>
        <p:sp>
          <p:nvSpPr>
            <p:cNvPr id="13" name="object 37">
              <a:extLst>
                <a:ext uri="{FF2B5EF4-FFF2-40B4-BE49-F238E27FC236}">
                  <a16:creationId xmlns:a16="http://schemas.microsoft.com/office/drawing/2014/main" id="{9D51A2C3-A13E-3481-F4D7-58FDCEB0859C}"/>
                </a:ext>
              </a:extLst>
            </p:cNvPr>
            <p:cNvSpPr/>
            <p:nvPr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5" name="object 38">
              <a:extLst>
                <a:ext uri="{FF2B5EF4-FFF2-40B4-BE49-F238E27FC236}">
                  <a16:creationId xmlns:a16="http://schemas.microsoft.com/office/drawing/2014/main" id="{1029FA95-B389-8BBB-9D36-63E697465A5A}"/>
                </a:ext>
              </a:extLst>
            </p:cNvPr>
            <p:cNvSpPr/>
            <p:nvPr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6" name="object 39">
              <a:extLst>
                <a:ext uri="{FF2B5EF4-FFF2-40B4-BE49-F238E27FC236}">
                  <a16:creationId xmlns:a16="http://schemas.microsoft.com/office/drawing/2014/main" id="{017E1A15-4A43-05EC-6EB6-60DF5FA4F5CE}"/>
                </a:ext>
              </a:extLst>
            </p:cNvPr>
            <p:cNvSpPr/>
            <p:nvPr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7" name="object 40">
              <a:extLst>
                <a:ext uri="{FF2B5EF4-FFF2-40B4-BE49-F238E27FC236}">
                  <a16:creationId xmlns:a16="http://schemas.microsoft.com/office/drawing/2014/main" id="{C4485DBC-4777-413D-7243-9BC0E6872BEE}"/>
                </a:ext>
              </a:extLst>
            </p:cNvPr>
            <p:cNvSpPr/>
            <p:nvPr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8C272749-0AEC-2B18-5E72-098CA2838D90}"/>
                </a:ext>
              </a:extLst>
            </p:cNvPr>
            <p:cNvSpPr txBox="1"/>
            <p:nvPr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70729B3E-E5EE-B368-0FC5-4AAA27B5C31E}"/>
                </a:ext>
              </a:extLst>
            </p:cNvPr>
            <p:cNvSpPr txBox="1"/>
            <p:nvPr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7E2947D5-13D3-7A42-DB7C-BFC4BE14D244}"/>
                </a:ext>
              </a:extLst>
            </p:cNvPr>
            <p:cNvSpPr txBox="1"/>
            <p:nvPr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50716D97-AC39-0513-B5F4-99BFCEFE0C1E}"/>
                </a:ext>
              </a:extLst>
            </p:cNvPr>
            <p:cNvSpPr txBox="1"/>
            <p:nvPr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80D695BF-300B-E4BA-ED5B-D5F1F2E4B84D}"/>
              </a:ext>
            </a:extLst>
          </p:cNvPr>
          <p:cNvGrpSpPr/>
          <p:nvPr/>
        </p:nvGrpSpPr>
        <p:grpSpPr>
          <a:xfrm>
            <a:off x="-947106" y="1970981"/>
            <a:ext cx="682698" cy="1302062"/>
            <a:chOff x="-947107" y="1970981"/>
            <a:chExt cx="682698" cy="1302062"/>
          </a:xfrm>
        </p:grpSpPr>
        <p:sp>
          <p:nvSpPr>
            <p:cNvPr id="39" name="object 45">
              <a:extLst>
                <a:ext uri="{FF2B5EF4-FFF2-40B4-BE49-F238E27FC236}">
                  <a16:creationId xmlns:a16="http://schemas.microsoft.com/office/drawing/2014/main" id="{AE49F0DB-7B96-2C16-3BF6-2EF9D7436FE7}"/>
                </a:ext>
              </a:extLst>
            </p:cNvPr>
            <p:cNvSpPr/>
            <p:nvPr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46">
              <a:extLst>
                <a:ext uri="{FF2B5EF4-FFF2-40B4-BE49-F238E27FC236}">
                  <a16:creationId xmlns:a16="http://schemas.microsoft.com/office/drawing/2014/main" id="{7AC6D141-A5D5-4C8B-D49E-8CE2856C0656}"/>
                </a:ext>
              </a:extLst>
            </p:cNvPr>
            <p:cNvSpPr/>
            <p:nvPr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7">
              <a:extLst>
                <a:ext uri="{FF2B5EF4-FFF2-40B4-BE49-F238E27FC236}">
                  <a16:creationId xmlns:a16="http://schemas.microsoft.com/office/drawing/2014/main" id="{05A2AA1D-1C03-5AE6-AA3C-F4DF2CEB96AB}"/>
                </a:ext>
              </a:extLst>
            </p:cNvPr>
            <p:cNvSpPr/>
            <p:nvPr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F60AD5B7-E4C9-93B5-28DF-4A7F84C5FA55}"/>
                </a:ext>
              </a:extLst>
            </p:cNvPr>
            <p:cNvSpPr txBox="1"/>
            <p:nvPr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4996EE9D-9701-A9F3-8794-663F089D2441}"/>
                </a:ext>
              </a:extLst>
            </p:cNvPr>
            <p:cNvSpPr txBox="1"/>
            <p:nvPr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02F01643-32AC-8960-0946-81121608A6AB}"/>
                </a:ext>
              </a:extLst>
            </p:cNvPr>
            <p:cNvSpPr txBox="1"/>
            <p:nvPr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0AA5C246-4CE5-80BB-7635-10E02959AC51}"/>
              </a:ext>
            </a:extLst>
          </p:cNvPr>
          <p:cNvGrpSpPr/>
          <p:nvPr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20C28A94-D3E1-BB87-4EF7-B4098DD2FCEF}"/>
                </a:ext>
              </a:extLst>
            </p:cNvPr>
            <p:cNvSpPr txBox="1"/>
            <p:nvPr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5756707B-2D7E-EA9D-7615-B179EEFF6E4C}"/>
                </a:ext>
              </a:extLst>
            </p:cNvPr>
            <p:cNvSpPr txBox="1"/>
            <p:nvPr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0FC62DDF-531A-DA44-8D4A-1285BB04C261}"/>
                </a:ext>
              </a:extLst>
            </p:cNvPr>
            <p:cNvSpPr txBox="1"/>
            <p:nvPr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  <p:pic>
        <p:nvPicPr>
          <p:cNvPr id="53" name="Gráfico 52">
            <a:extLst>
              <a:ext uri="{FF2B5EF4-FFF2-40B4-BE49-F238E27FC236}">
                <a16:creationId xmlns:a16="http://schemas.microsoft.com/office/drawing/2014/main" id="{4DA91110-09D7-4CED-ADC3-96091286D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541" y="6243150"/>
            <a:ext cx="223542" cy="22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9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zul escuro">
    <p:bg>
      <p:bgPr>
        <a:solidFill>
          <a:srgbClr val="001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0BAA114-DED0-82A2-96B9-4D624B7F2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678" y="6616496"/>
            <a:ext cx="8749014" cy="1697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C9B6654C-7710-99B7-85C0-7C4627C3891D}"/>
              </a:ext>
            </a:extLst>
          </p:cNvPr>
          <p:cNvCxnSpPr>
            <a:cxnSpLocks/>
          </p:cNvCxnSpPr>
          <p:nvPr/>
        </p:nvCxnSpPr>
        <p:spPr>
          <a:xfrm>
            <a:off x="306387" y="6561142"/>
            <a:ext cx="11259081" cy="0"/>
          </a:xfrm>
          <a:prstGeom prst="line">
            <a:avLst/>
          </a:prstGeom>
          <a:ln w="9525">
            <a:solidFill>
              <a:srgbClr val="99A1AE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Número de Slide 20">
            <a:extLst>
              <a:ext uri="{FF2B5EF4-FFF2-40B4-BE49-F238E27FC236}">
                <a16:creationId xmlns:a16="http://schemas.microsoft.com/office/drawing/2014/main" id="{C2FC111C-173B-9797-E7AF-1238D88E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9311" y="6476291"/>
            <a:ext cx="643277" cy="1697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99A1AE"/>
                </a:solidFill>
              </a:defRPr>
            </a:lvl1pPr>
          </a:lstStyle>
          <a:p>
            <a:fld id="{6415AE05-1028-44C4-8A85-CB9A36811B6A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BE78FF3-381A-84D4-9967-714BFB0FE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6602" y="309786"/>
            <a:ext cx="796290" cy="228083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7C829F84-A306-0D7C-8B8D-A07EE1257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541" y="6243150"/>
            <a:ext cx="223542" cy="223542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7383CFD6-6CCB-D377-EBE0-13399D5C8017}"/>
              </a:ext>
            </a:extLst>
          </p:cNvPr>
          <p:cNvGrpSpPr/>
          <p:nvPr/>
        </p:nvGrpSpPr>
        <p:grpSpPr>
          <a:xfrm>
            <a:off x="-947107" y="37667"/>
            <a:ext cx="682699" cy="1543897"/>
            <a:chOff x="-947107" y="37665"/>
            <a:chExt cx="682699" cy="1543897"/>
          </a:xfrm>
        </p:grpSpPr>
        <p:sp>
          <p:nvSpPr>
            <p:cNvPr id="5" name="object 37">
              <a:extLst>
                <a:ext uri="{FF2B5EF4-FFF2-40B4-BE49-F238E27FC236}">
                  <a16:creationId xmlns:a16="http://schemas.microsoft.com/office/drawing/2014/main" id="{9AA95C24-2888-2DB8-937C-F045ED7945EF}"/>
                </a:ext>
              </a:extLst>
            </p:cNvPr>
            <p:cNvSpPr/>
            <p:nvPr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38">
              <a:extLst>
                <a:ext uri="{FF2B5EF4-FFF2-40B4-BE49-F238E27FC236}">
                  <a16:creationId xmlns:a16="http://schemas.microsoft.com/office/drawing/2014/main" id="{874CBCE5-581A-5E9E-C2E0-08129EE5C446}"/>
                </a:ext>
              </a:extLst>
            </p:cNvPr>
            <p:cNvSpPr/>
            <p:nvPr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" name="object 39">
              <a:extLst>
                <a:ext uri="{FF2B5EF4-FFF2-40B4-BE49-F238E27FC236}">
                  <a16:creationId xmlns:a16="http://schemas.microsoft.com/office/drawing/2014/main" id="{88386891-0C63-FEEB-4C2C-4172E76A4DBF}"/>
                </a:ext>
              </a:extLst>
            </p:cNvPr>
            <p:cNvSpPr/>
            <p:nvPr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1" name="object 40">
              <a:extLst>
                <a:ext uri="{FF2B5EF4-FFF2-40B4-BE49-F238E27FC236}">
                  <a16:creationId xmlns:a16="http://schemas.microsoft.com/office/drawing/2014/main" id="{844974CA-284B-979A-7044-9A863F0E98CE}"/>
                </a:ext>
              </a:extLst>
            </p:cNvPr>
            <p:cNvSpPr/>
            <p:nvPr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CB21B4D3-1276-90E2-1AB7-0327123B2C0C}"/>
                </a:ext>
              </a:extLst>
            </p:cNvPr>
            <p:cNvSpPr txBox="1"/>
            <p:nvPr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10339804-78A5-8E73-AA9E-69F00004CE6D}"/>
                </a:ext>
              </a:extLst>
            </p:cNvPr>
            <p:cNvSpPr txBox="1"/>
            <p:nvPr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0613AB71-DE18-0996-8BED-C31980688700}"/>
                </a:ext>
              </a:extLst>
            </p:cNvPr>
            <p:cNvSpPr txBox="1"/>
            <p:nvPr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5F4285D-9A85-CF89-4E34-FBD730F33FA4}"/>
                </a:ext>
              </a:extLst>
            </p:cNvPr>
            <p:cNvSpPr txBox="1"/>
            <p:nvPr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85BD544-8948-5B51-20E4-F051C5311C21}"/>
              </a:ext>
            </a:extLst>
          </p:cNvPr>
          <p:cNvGrpSpPr/>
          <p:nvPr/>
        </p:nvGrpSpPr>
        <p:grpSpPr>
          <a:xfrm>
            <a:off x="-947106" y="1970981"/>
            <a:ext cx="682698" cy="1302062"/>
            <a:chOff x="-947107" y="1970981"/>
            <a:chExt cx="682698" cy="1302062"/>
          </a:xfrm>
        </p:grpSpPr>
        <p:sp>
          <p:nvSpPr>
            <p:cNvPr id="17" name="object 45">
              <a:extLst>
                <a:ext uri="{FF2B5EF4-FFF2-40B4-BE49-F238E27FC236}">
                  <a16:creationId xmlns:a16="http://schemas.microsoft.com/office/drawing/2014/main" id="{2C65A9A0-0E71-C96D-A727-B1D8DDA6EB93}"/>
                </a:ext>
              </a:extLst>
            </p:cNvPr>
            <p:cNvSpPr/>
            <p:nvPr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8" name="object 46">
              <a:extLst>
                <a:ext uri="{FF2B5EF4-FFF2-40B4-BE49-F238E27FC236}">
                  <a16:creationId xmlns:a16="http://schemas.microsoft.com/office/drawing/2014/main" id="{9A5DF40B-7BB2-ECC4-F13D-30B100A824C1}"/>
                </a:ext>
              </a:extLst>
            </p:cNvPr>
            <p:cNvSpPr/>
            <p:nvPr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9" name="object 47">
              <a:extLst>
                <a:ext uri="{FF2B5EF4-FFF2-40B4-BE49-F238E27FC236}">
                  <a16:creationId xmlns:a16="http://schemas.microsoft.com/office/drawing/2014/main" id="{BEDC7C16-C5CE-8502-89BD-D690E5B7D594}"/>
                </a:ext>
              </a:extLst>
            </p:cNvPr>
            <p:cNvSpPr/>
            <p:nvPr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3648C204-664A-AE65-DDA4-2F629233359B}"/>
                </a:ext>
              </a:extLst>
            </p:cNvPr>
            <p:cNvSpPr txBox="1"/>
            <p:nvPr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A4C3D4C3-9023-8092-EF85-9A3885522CE0}"/>
                </a:ext>
              </a:extLst>
            </p:cNvPr>
            <p:cNvSpPr txBox="1"/>
            <p:nvPr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51639CAC-3139-3289-C9DA-31802623299D}"/>
                </a:ext>
              </a:extLst>
            </p:cNvPr>
            <p:cNvSpPr txBox="1"/>
            <p:nvPr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7E257FC-6D51-EB28-7EBF-D936710207C4}"/>
              </a:ext>
            </a:extLst>
          </p:cNvPr>
          <p:cNvGrpSpPr/>
          <p:nvPr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75D59730-BB1B-3BE3-AD50-F85A7B567918}"/>
                </a:ext>
              </a:extLst>
            </p:cNvPr>
            <p:cNvSpPr txBox="1"/>
            <p:nvPr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DDF787C7-CB3B-84B2-9D3F-31BCC0D4EC95}"/>
                </a:ext>
              </a:extLst>
            </p:cNvPr>
            <p:cNvSpPr txBox="1"/>
            <p:nvPr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2836B8E0-5F43-7EDE-375A-49AC782C53EC}"/>
                </a:ext>
              </a:extLst>
            </p:cNvPr>
            <p:cNvSpPr txBox="1"/>
            <p:nvPr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5517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1 Lin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13862BA3-6BD5-4FC8-9786-99CD848A637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691145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FC0401BE-74CB-0362-72FE-30EDDA2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360612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3657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8">
          <p15:clr>
            <a:srgbClr val="FBAE40"/>
          </p15:clr>
        </p15:guide>
        <p15:guide id="2" pos="301">
          <p15:clr>
            <a:srgbClr val="FBAE40"/>
          </p15:clr>
        </p15:guide>
        <p15:guide id="3" pos="7378">
          <p15:clr>
            <a:srgbClr val="FBAE40"/>
          </p15:clr>
        </p15:guide>
        <p15:guide id="4" pos="62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669241-CF2D-942D-8761-78648062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96A6-63E1-4082-B1BE-DEF03778A2B5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22C512-0E95-F53E-2059-DF864479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D02CF2-5975-56BF-1BAA-EEBE5CDD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AE05-1028-44C4-8A85-CB9A36811B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790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2 linh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13862BA3-6BD5-4FC8-9786-99CD848A637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1006915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FC0401BE-74CB-0362-72FE-30EDDA2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646777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0076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8">
          <p15:clr>
            <a:srgbClr val="FBAE40"/>
          </p15:clr>
        </p15:guide>
        <p15:guide id="2" pos="301">
          <p15:clr>
            <a:srgbClr val="FBAE40"/>
          </p15:clr>
        </p15:guide>
        <p15:guide id="3" pos="737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1 Lin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13862BA3-6BD5-4FC8-9786-99CD848A637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691145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FC0401BE-74CB-0362-72FE-30EDDA2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360612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8344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8">
          <p15:clr>
            <a:srgbClr val="FBAE40"/>
          </p15:clr>
        </p15:guide>
        <p15:guide id="2" pos="301">
          <p15:clr>
            <a:srgbClr val="FBAE40"/>
          </p15:clr>
        </p15:guide>
        <p15:guide id="3" pos="7378">
          <p15:clr>
            <a:srgbClr val="FBAE40"/>
          </p15:clr>
        </p15:guide>
        <p15:guide id="4" pos="622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2 Linhas Ser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14F004EC-4E7A-4878-9EE6-C64B66BBC05C}"/>
              </a:ext>
            </a:extLst>
          </p:cNvPr>
          <p:cNvSpPr/>
          <p:nvPr userDrawn="1"/>
        </p:nvSpPr>
        <p:spPr>
          <a:xfrm>
            <a:off x="-550" y="2"/>
            <a:ext cx="12190413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3341CC88-81A6-412E-A761-A76CFDC04733}"/>
              </a:ext>
            </a:extLst>
          </p:cNvPr>
          <p:cNvSpPr/>
          <p:nvPr userDrawn="1"/>
        </p:nvSpPr>
        <p:spPr>
          <a:xfrm>
            <a:off x="0" y="380976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12CABACE-69B7-494F-86EC-351A0D7F33B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0">
            <a:extLst>
              <a:ext uri="{FF2B5EF4-FFF2-40B4-BE49-F238E27FC236}">
                <a16:creationId xmlns:a16="http://schemas.microsoft.com/office/drawing/2014/main" id="{E6C7F318-B5EB-4631-AB7E-4C2F29F62421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E1EB835-7211-E978-5815-96A434E18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FB8BE760-C245-43BE-D8DC-1FC823E7EBE2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36BFC3B-9AE6-522E-6281-E71AC583A00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  <p:sp>
        <p:nvSpPr>
          <p:cNvPr id="20" name="Subtítulo 7">
            <a:extLst>
              <a:ext uri="{FF2B5EF4-FFF2-40B4-BE49-F238E27FC236}">
                <a16:creationId xmlns:a16="http://schemas.microsoft.com/office/drawing/2014/main" id="{25C3CD12-9E3F-88BC-D34A-2B6B2C180FA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1006916"/>
            <a:ext cx="889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pt-BR" sz="1800" b="0" dirty="0">
                <a:solidFill>
                  <a:srgbClr val="424C70"/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FEA57091-F193-BB86-4A36-CD3EABD7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8897340" cy="64677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948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1 Linha Ser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14F004EC-4E7A-4878-9EE6-C64B66BBC05C}"/>
              </a:ext>
            </a:extLst>
          </p:cNvPr>
          <p:cNvSpPr/>
          <p:nvPr userDrawn="1"/>
        </p:nvSpPr>
        <p:spPr>
          <a:xfrm>
            <a:off x="-550" y="2"/>
            <a:ext cx="12190413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3341CC88-81A6-412E-A761-A76CFDC04733}"/>
              </a:ext>
            </a:extLst>
          </p:cNvPr>
          <p:cNvSpPr/>
          <p:nvPr userDrawn="1"/>
        </p:nvSpPr>
        <p:spPr>
          <a:xfrm>
            <a:off x="0" y="380976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12CABACE-69B7-494F-86EC-351A0D7F33B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0">
            <a:extLst>
              <a:ext uri="{FF2B5EF4-FFF2-40B4-BE49-F238E27FC236}">
                <a16:creationId xmlns:a16="http://schemas.microsoft.com/office/drawing/2014/main" id="{E6C7F318-B5EB-4631-AB7E-4C2F29F62421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E1EB835-7211-E978-5815-96A434E18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FB8BE760-C245-43BE-D8DC-1FC823E7EBE2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36BFC3B-9AE6-522E-6281-E71AC583A00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3F15636-FC7A-AE7F-50F6-8EC7BC11FD0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691145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2D9A0F2A-AFAD-8563-1B26-5821A0B1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360612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2957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9F35FF0A-3036-4A7F-9994-0CCA3FD917E0}"/>
              </a:ext>
            </a:extLst>
          </p:cNvPr>
          <p:cNvSpPr/>
          <p:nvPr userDrawn="1"/>
        </p:nvSpPr>
        <p:spPr>
          <a:xfrm>
            <a:off x="-9286" y="387"/>
            <a:ext cx="8628779" cy="6857615"/>
          </a:xfrm>
          <a:custGeom>
            <a:avLst/>
            <a:gdLst/>
            <a:ahLst/>
            <a:cxnLst/>
            <a:rect l="l" t="t" r="r" b="b"/>
            <a:pathLst>
              <a:path w="14230350" h="11308715">
                <a:moveTo>
                  <a:pt x="0" y="11308556"/>
                </a:moveTo>
                <a:lnTo>
                  <a:pt x="14229933" y="11308556"/>
                </a:lnTo>
                <a:lnTo>
                  <a:pt x="14229933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25" name="Straight Connector 15">
            <a:extLst>
              <a:ext uri="{FF2B5EF4-FFF2-40B4-BE49-F238E27FC236}">
                <a16:creationId xmlns:a16="http://schemas.microsoft.com/office/drawing/2014/main" id="{47135D78-AAFC-487D-BD83-81F8F2DE087C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6350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ct 10">
            <a:extLst>
              <a:ext uri="{FF2B5EF4-FFF2-40B4-BE49-F238E27FC236}">
                <a16:creationId xmlns:a16="http://schemas.microsoft.com/office/drawing/2014/main" id="{28735D4A-15F0-451F-9CAC-A50316E5286A}"/>
              </a:ext>
            </a:extLst>
          </p:cNvPr>
          <p:cNvSpPr txBox="1">
            <a:spLocks/>
          </p:cNvSpPr>
          <p:nvPr userDrawn="1"/>
        </p:nvSpPr>
        <p:spPr>
          <a:xfrm>
            <a:off x="11639805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FDC5662E-ECB7-4E9B-B261-FD14433729A1}"/>
              </a:ext>
            </a:extLst>
          </p:cNvPr>
          <p:cNvSpPr txBox="1"/>
          <p:nvPr userDrawn="1"/>
        </p:nvSpPr>
        <p:spPr>
          <a:xfrm>
            <a:off x="735153" y="1914651"/>
            <a:ext cx="587188" cy="1392763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9004" b="1" spc="-3">
                <a:solidFill>
                  <a:srgbClr val="031240"/>
                </a:solidFill>
                <a:latin typeface="Arial"/>
                <a:cs typeface="Arial"/>
              </a:rPr>
              <a:t>“</a:t>
            </a:r>
            <a:endParaRPr sz="9004">
              <a:latin typeface="Arial"/>
              <a:cs typeface="Arial"/>
            </a:endParaRPr>
          </a:p>
        </p:txBody>
      </p:sp>
      <p:sp>
        <p:nvSpPr>
          <p:cNvPr id="22" name="Holder 2">
            <a:extLst>
              <a:ext uri="{FF2B5EF4-FFF2-40B4-BE49-F238E27FC236}">
                <a16:creationId xmlns:a16="http://schemas.microsoft.com/office/drawing/2014/main" id="{66FBCEA8-3F01-4E85-9EE4-17622762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5"/>
            <a:ext cx="8973979" cy="39890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sp>
        <p:nvSpPr>
          <p:cNvPr id="28" name="Espaço Reservado para Texto 4">
            <a:extLst>
              <a:ext uri="{FF2B5EF4-FFF2-40B4-BE49-F238E27FC236}">
                <a16:creationId xmlns:a16="http://schemas.microsoft.com/office/drawing/2014/main" id="{07C5881A-1649-4D3F-907F-6E4E2C86E6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0803" y="2323864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um quote</a:t>
            </a:r>
          </a:p>
        </p:txBody>
      </p:sp>
      <p:sp>
        <p:nvSpPr>
          <p:cNvPr id="35" name="Espaço Reservado para Imagem 6">
            <a:extLst>
              <a:ext uri="{FF2B5EF4-FFF2-40B4-BE49-F238E27FC236}">
                <a16:creationId xmlns:a16="http://schemas.microsoft.com/office/drawing/2014/main" id="{1A3692FC-CE5F-4D69-81A5-634BF3636D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3822" y="1211030"/>
            <a:ext cx="5956592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7" name="Espaço Reservado para Texto 3">
            <a:extLst>
              <a:ext uri="{FF2B5EF4-FFF2-40B4-BE49-F238E27FC236}">
                <a16:creationId xmlns:a16="http://schemas.microsoft.com/office/drawing/2014/main" id="{77C803A1-C8B4-4071-87C2-F434E78EE5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2299" y="4818093"/>
            <a:ext cx="1062714" cy="18197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Autor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ED2B43D-BB40-184E-0487-6F4BA279D93C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1" name="object 37">
              <a:extLst>
                <a:ext uri="{FF2B5EF4-FFF2-40B4-BE49-F238E27FC236}">
                  <a16:creationId xmlns:a16="http://schemas.microsoft.com/office/drawing/2014/main" id="{CC40FB1B-409C-8119-BDAB-5B3E65E8D69E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A4251432-FAC0-2E32-8E53-DB78582A0500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5">
              <a:extLst>
                <a:ext uri="{FF2B5EF4-FFF2-40B4-BE49-F238E27FC236}">
                  <a16:creationId xmlns:a16="http://schemas.microsoft.com/office/drawing/2014/main" id="{F9D53228-3277-B0FF-E34A-F4DCFB18C48D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38">
              <a:extLst>
                <a:ext uri="{FF2B5EF4-FFF2-40B4-BE49-F238E27FC236}">
                  <a16:creationId xmlns:a16="http://schemas.microsoft.com/office/drawing/2014/main" id="{29BBDFA7-6F44-B210-5F2F-F55BEA10E253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09D5D605-F3E5-9F4F-9560-55484D37CD20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40">
              <a:extLst>
                <a:ext uri="{FF2B5EF4-FFF2-40B4-BE49-F238E27FC236}">
                  <a16:creationId xmlns:a16="http://schemas.microsoft.com/office/drawing/2014/main" id="{2CD29632-A27D-5D52-0199-84E11FDECA47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41">
              <a:extLst>
                <a:ext uri="{FF2B5EF4-FFF2-40B4-BE49-F238E27FC236}">
                  <a16:creationId xmlns:a16="http://schemas.microsoft.com/office/drawing/2014/main" id="{A8B54414-A57C-F5B2-AF31-A63047045DC5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0" name="object 41">
              <a:extLst>
                <a:ext uri="{FF2B5EF4-FFF2-40B4-BE49-F238E27FC236}">
                  <a16:creationId xmlns:a16="http://schemas.microsoft.com/office/drawing/2014/main" id="{4A243D5D-EB9B-9D7F-88CB-7558297B35FB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6">
              <a:extLst>
                <a:ext uri="{FF2B5EF4-FFF2-40B4-BE49-F238E27FC236}">
                  <a16:creationId xmlns:a16="http://schemas.microsoft.com/office/drawing/2014/main" id="{D3567A64-B64B-C586-2200-B1D966D94F86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048F879C-F415-A36E-426A-7F48A6E8A4F6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854AE976-4F4E-9AF4-E26C-1F7A4B0F2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241CE254-086E-3A8E-DFC3-EAE1FB9E9FE4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80EF1A0-523C-DA50-8E01-F5BC83AD5508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1585238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9F35FF0A-3036-4A7F-9994-0CCA3FD917E0}"/>
              </a:ext>
            </a:extLst>
          </p:cNvPr>
          <p:cNvSpPr/>
          <p:nvPr userDrawn="1"/>
        </p:nvSpPr>
        <p:spPr>
          <a:xfrm>
            <a:off x="-9286" y="387"/>
            <a:ext cx="8628779" cy="6857615"/>
          </a:xfrm>
          <a:custGeom>
            <a:avLst/>
            <a:gdLst/>
            <a:ahLst/>
            <a:cxnLst/>
            <a:rect l="l" t="t" r="r" b="b"/>
            <a:pathLst>
              <a:path w="14230350" h="11308715">
                <a:moveTo>
                  <a:pt x="0" y="11308556"/>
                </a:moveTo>
                <a:lnTo>
                  <a:pt x="14229933" y="11308556"/>
                </a:lnTo>
                <a:lnTo>
                  <a:pt x="14229933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25" name="Straight Connector 15">
            <a:extLst>
              <a:ext uri="{FF2B5EF4-FFF2-40B4-BE49-F238E27FC236}">
                <a16:creationId xmlns:a16="http://schemas.microsoft.com/office/drawing/2014/main" id="{47135D78-AAFC-487D-BD83-81F8F2DE087C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6350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ct 10">
            <a:extLst>
              <a:ext uri="{FF2B5EF4-FFF2-40B4-BE49-F238E27FC236}">
                <a16:creationId xmlns:a16="http://schemas.microsoft.com/office/drawing/2014/main" id="{28735D4A-15F0-451F-9CAC-A50316E5286A}"/>
              </a:ext>
            </a:extLst>
          </p:cNvPr>
          <p:cNvSpPr txBox="1">
            <a:spLocks/>
          </p:cNvSpPr>
          <p:nvPr userDrawn="1"/>
        </p:nvSpPr>
        <p:spPr>
          <a:xfrm>
            <a:off x="11639805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FDC5662E-ECB7-4E9B-B261-FD14433729A1}"/>
              </a:ext>
            </a:extLst>
          </p:cNvPr>
          <p:cNvSpPr txBox="1"/>
          <p:nvPr userDrawn="1"/>
        </p:nvSpPr>
        <p:spPr>
          <a:xfrm>
            <a:off x="735153" y="1914651"/>
            <a:ext cx="587188" cy="1392763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9004" b="1" spc="-3">
                <a:solidFill>
                  <a:srgbClr val="031240"/>
                </a:solidFill>
                <a:latin typeface="Arial"/>
                <a:cs typeface="Arial"/>
              </a:rPr>
              <a:t>“</a:t>
            </a:r>
            <a:endParaRPr sz="9004">
              <a:latin typeface="Arial"/>
              <a:cs typeface="Arial"/>
            </a:endParaRPr>
          </a:p>
        </p:txBody>
      </p:sp>
      <p:sp>
        <p:nvSpPr>
          <p:cNvPr id="28" name="Espaço Reservado para Texto 4">
            <a:extLst>
              <a:ext uri="{FF2B5EF4-FFF2-40B4-BE49-F238E27FC236}">
                <a16:creationId xmlns:a16="http://schemas.microsoft.com/office/drawing/2014/main" id="{07C5881A-1649-4D3F-907F-6E4E2C86E6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0803" y="2323864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um quote</a:t>
            </a:r>
          </a:p>
        </p:txBody>
      </p:sp>
      <p:sp>
        <p:nvSpPr>
          <p:cNvPr id="35" name="Espaço Reservado para Imagem 6">
            <a:extLst>
              <a:ext uri="{FF2B5EF4-FFF2-40B4-BE49-F238E27FC236}">
                <a16:creationId xmlns:a16="http://schemas.microsoft.com/office/drawing/2014/main" id="{1A3692FC-CE5F-4D69-81A5-634BF3636D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3822" y="1211030"/>
            <a:ext cx="5956592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7" name="Espaço Reservado para Texto 3">
            <a:extLst>
              <a:ext uri="{FF2B5EF4-FFF2-40B4-BE49-F238E27FC236}">
                <a16:creationId xmlns:a16="http://schemas.microsoft.com/office/drawing/2014/main" id="{77C803A1-C8B4-4071-87C2-F434E78EE5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2299" y="4818093"/>
            <a:ext cx="1062714" cy="18197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Autor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A4DE99FB-9667-7799-8E93-F7210D9F620F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1" name="object 37">
              <a:extLst>
                <a:ext uri="{FF2B5EF4-FFF2-40B4-BE49-F238E27FC236}">
                  <a16:creationId xmlns:a16="http://schemas.microsoft.com/office/drawing/2014/main" id="{56BDCF52-B6CC-DB29-CD38-B5E96BDF724D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161F97AE-051B-CDCE-2548-C818804D6693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5">
              <a:extLst>
                <a:ext uri="{FF2B5EF4-FFF2-40B4-BE49-F238E27FC236}">
                  <a16:creationId xmlns:a16="http://schemas.microsoft.com/office/drawing/2014/main" id="{6BFFF1B8-9916-B521-A4CB-8DCBBA08FEE0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38">
              <a:extLst>
                <a:ext uri="{FF2B5EF4-FFF2-40B4-BE49-F238E27FC236}">
                  <a16:creationId xmlns:a16="http://schemas.microsoft.com/office/drawing/2014/main" id="{F8430EC4-CD7F-15C2-D5FD-7A76038EDF0F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0B496DB9-0E4E-1B99-5D27-FA32B6E920C5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40">
              <a:extLst>
                <a:ext uri="{FF2B5EF4-FFF2-40B4-BE49-F238E27FC236}">
                  <a16:creationId xmlns:a16="http://schemas.microsoft.com/office/drawing/2014/main" id="{33A6991F-C24B-BE1F-D205-5EE422375173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41">
              <a:extLst>
                <a:ext uri="{FF2B5EF4-FFF2-40B4-BE49-F238E27FC236}">
                  <a16:creationId xmlns:a16="http://schemas.microsoft.com/office/drawing/2014/main" id="{2225D2C0-5CE8-0D0F-5ABF-421A45AE21E8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0" name="object 41">
              <a:extLst>
                <a:ext uri="{FF2B5EF4-FFF2-40B4-BE49-F238E27FC236}">
                  <a16:creationId xmlns:a16="http://schemas.microsoft.com/office/drawing/2014/main" id="{FEC0D3D9-DE6D-339A-59E0-DDD6B9A15432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6">
              <a:extLst>
                <a:ext uri="{FF2B5EF4-FFF2-40B4-BE49-F238E27FC236}">
                  <a16:creationId xmlns:a16="http://schemas.microsoft.com/office/drawing/2014/main" id="{4F8AAEB2-16A3-1B1C-9492-7A0231090C59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36D14887-07FE-B13E-73B4-EFF3469D8B40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C10F30C6-B68E-6150-44EF-982BA4035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2639D47-0735-C6EA-8666-FACABD6C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5"/>
            <a:ext cx="8973979" cy="39890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1504A7E1-D6FC-6AB6-1DBA-D0E5EBE2DC2C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6A404A8-C54B-CACD-0B86-AE956A9FA657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3594134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7">
            <a:extLst>
              <a:ext uri="{FF2B5EF4-FFF2-40B4-BE49-F238E27FC236}">
                <a16:creationId xmlns:a16="http://schemas.microsoft.com/office/drawing/2014/main" id="{0FCD9E70-535E-4124-A253-B9C9F65D96E7}"/>
              </a:ext>
            </a:extLst>
          </p:cNvPr>
          <p:cNvSpPr/>
          <p:nvPr userDrawn="1"/>
        </p:nvSpPr>
        <p:spPr>
          <a:xfrm>
            <a:off x="3542535" y="3"/>
            <a:ext cx="8647879" cy="6857999"/>
          </a:xfrm>
          <a:custGeom>
            <a:avLst/>
            <a:gdLst/>
            <a:ahLst/>
            <a:cxnLst/>
            <a:rect l="l" t="t" r="r" b="b"/>
            <a:pathLst>
              <a:path w="14281150" h="11308715">
                <a:moveTo>
                  <a:pt x="0" y="11308556"/>
                </a:moveTo>
                <a:lnTo>
                  <a:pt x="14280549" y="11308556"/>
                </a:lnTo>
                <a:lnTo>
                  <a:pt x="142805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1">
            <a:extLst>
              <a:ext uri="{FF2B5EF4-FFF2-40B4-BE49-F238E27FC236}">
                <a16:creationId xmlns:a16="http://schemas.microsoft.com/office/drawing/2014/main" id="{21C8F864-9B68-4569-A245-0636154EFE1F}"/>
              </a:ext>
            </a:extLst>
          </p:cNvPr>
          <p:cNvSpPr/>
          <p:nvPr userDrawn="1"/>
        </p:nvSpPr>
        <p:spPr>
          <a:xfrm>
            <a:off x="-3849" y="3880569"/>
            <a:ext cx="1746548" cy="339627"/>
          </a:xfrm>
          <a:custGeom>
            <a:avLst/>
            <a:gdLst/>
            <a:ahLst/>
            <a:cxnLst/>
            <a:rect l="l" t="t" r="r" b="b"/>
            <a:pathLst>
              <a:path w="2880360" h="560070">
                <a:moveTo>
                  <a:pt x="2847044" y="0"/>
                </a:moveTo>
                <a:lnTo>
                  <a:pt x="0" y="0"/>
                </a:lnTo>
                <a:lnTo>
                  <a:pt x="0" y="559690"/>
                </a:lnTo>
                <a:lnTo>
                  <a:pt x="2847222" y="559532"/>
                </a:lnTo>
                <a:lnTo>
                  <a:pt x="2880268" y="526486"/>
                </a:lnTo>
                <a:lnTo>
                  <a:pt x="2880079" y="33046"/>
                </a:lnTo>
                <a:lnTo>
                  <a:pt x="2877480" y="20183"/>
                </a:lnTo>
                <a:lnTo>
                  <a:pt x="2870394" y="9679"/>
                </a:lnTo>
                <a:lnTo>
                  <a:pt x="2859892" y="2596"/>
                </a:lnTo>
                <a:lnTo>
                  <a:pt x="284704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32">
            <a:extLst>
              <a:ext uri="{FF2B5EF4-FFF2-40B4-BE49-F238E27FC236}">
                <a16:creationId xmlns:a16="http://schemas.microsoft.com/office/drawing/2014/main" id="{6B017FDB-F553-4C21-96E8-4A12301FF107}"/>
              </a:ext>
            </a:extLst>
          </p:cNvPr>
          <p:cNvSpPr/>
          <p:nvPr userDrawn="1"/>
        </p:nvSpPr>
        <p:spPr>
          <a:xfrm>
            <a:off x="-3849" y="3201720"/>
            <a:ext cx="1746548" cy="339627"/>
          </a:xfrm>
          <a:custGeom>
            <a:avLst/>
            <a:gdLst/>
            <a:ahLst/>
            <a:cxnLst/>
            <a:rect l="l" t="t" r="r" b="b"/>
            <a:pathLst>
              <a:path w="2880360" h="560070">
                <a:moveTo>
                  <a:pt x="2847044" y="0"/>
                </a:moveTo>
                <a:lnTo>
                  <a:pt x="0" y="0"/>
                </a:lnTo>
                <a:lnTo>
                  <a:pt x="0" y="559690"/>
                </a:lnTo>
                <a:lnTo>
                  <a:pt x="2847222" y="559532"/>
                </a:lnTo>
                <a:lnTo>
                  <a:pt x="2880268" y="526486"/>
                </a:lnTo>
                <a:lnTo>
                  <a:pt x="2880079" y="33046"/>
                </a:lnTo>
                <a:lnTo>
                  <a:pt x="2877480" y="20183"/>
                </a:lnTo>
                <a:lnTo>
                  <a:pt x="2870394" y="9679"/>
                </a:lnTo>
                <a:lnTo>
                  <a:pt x="2859892" y="2596"/>
                </a:lnTo>
                <a:lnTo>
                  <a:pt x="284704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33">
            <a:extLst>
              <a:ext uri="{FF2B5EF4-FFF2-40B4-BE49-F238E27FC236}">
                <a16:creationId xmlns:a16="http://schemas.microsoft.com/office/drawing/2014/main" id="{23A76A85-D9AF-4D6F-BB81-AD3EA2D767D2}"/>
              </a:ext>
            </a:extLst>
          </p:cNvPr>
          <p:cNvSpPr/>
          <p:nvPr userDrawn="1"/>
        </p:nvSpPr>
        <p:spPr>
          <a:xfrm>
            <a:off x="-3849" y="2522869"/>
            <a:ext cx="1746548" cy="339627"/>
          </a:xfrm>
          <a:custGeom>
            <a:avLst/>
            <a:gdLst/>
            <a:ahLst/>
            <a:cxnLst/>
            <a:rect l="l" t="t" r="r" b="b"/>
            <a:pathLst>
              <a:path w="2880360" h="560070">
                <a:moveTo>
                  <a:pt x="2847044" y="0"/>
                </a:moveTo>
                <a:lnTo>
                  <a:pt x="0" y="0"/>
                </a:lnTo>
                <a:lnTo>
                  <a:pt x="0" y="559690"/>
                </a:lnTo>
                <a:lnTo>
                  <a:pt x="2847222" y="559532"/>
                </a:lnTo>
                <a:lnTo>
                  <a:pt x="2880268" y="526486"/>
                </a:lnTo>
                <a:lnTo>
                  <a:pt x="2880079" y="33046"/>
                </a:lnTo>
                <a:lnTo>
                  <a:pt x="2877480" y="20183"/>
                </a:lnTo>
                <a:lnTo>
                  <a:pt x="2870394" y="9679"/>
                </a:lnTo>
                <a:lnTo>
                  <a:pt x="2859892" y="2596"/>
                </a:lnTo>
                <a:lnTo>
                  <a:pt x="284704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6F54276-E675-426A-ACDA-CEC2F992A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5E80365F-7179-4825-9AB4-223C78A73EC3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0">
            <a:extLst>
              <a:ext uri="{FF2B5EF4-FFF2-40B4-BE49-F238E27FC236}">
                <a16:creationId xmlns:a16="http://schemas.microsoft.com/office/drawing/2014/main" id="{CA4E41D3-0712-4BEF-B203-4F5B93632649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8FA31A2D-675B-4E4A-BBDF-E45043FA1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6524" y="3918538"/>
            <a:ext cx="3935124" cy="221008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395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22750ADE-BCB1-4A30-A7EC-15667FEAF4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0523" y="2419874"/>
            <a:ext cx="3935124" cy="1190967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36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adicionar um título</a:t>
            </a:r>
          </a:p>
        </p:txBody>
      </p:sp>
      <p:sp>
        <p:nvSpPr>
          <p:cNvPr id="30" name="Holder 2">
            <a:extLst>
              <a:ext uri="{FF2B5EF4-FFF2-40B4-BE49-F238E27FC236}">
                <a16:creationId xmlns:a16="http://schemas.microsoft.com/office/drawing/2014/main" id="{500ED67F-AC14-DFD7-7371-D53A6188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443" y="286875"/>
            <a:ext cx="5834270" cy="885941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2395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00AC41D-305C-E139-B316-8BA57B4851C1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ED2EF09C-F27F-D415-DCA1-FAE904799097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1">
              <a:extLst>
                <a:ext uri="{FF2B5EF4-FFF2-40B4-BE49-F238E27FC236}">
                  <a16:creationId xmlns:a16="http://schemas.microsoft.com/office/drawing/2014/main" id="{838FC480-799B-621F-46AE-0D63A3F74479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45">
              <a:extLst>
                <a:ext uri="{FF2B5EF4-FFF2-40B4-BE49-F238E27FC236}">
                  <a16:creationId xmlns:a16="http://schemas.microsoft.com/office/drawing/2014/main" id="{E2C7E74E-E976-96D3-A072-F1A45597C0D3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38">
              <a:extLst>
                <a:ext uri="{FF2B5EF4-FFF2-40B4-BE49-F238E27FC236}">
                  <a16:creationId xmlns:a16="http://schemas.microsoft.com/office/drawing/2014/main" id="{FD161B0F-4575-4B14-C596-E17CC7ED0084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01FF709C-AF70-7982-000E-BC22780AE311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40">
              <a:extLst>
                <a:ext uri="{FF2B5EF4-FFF2-40B4-BE49-F238E27FC236}">
                  <a16:creationId xmlns:a16="http://schemas.microsoft.com/office/drawing/2014/main" id="{90038417-0C1C-7DCB-388C-6A7B2E7F5823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1">
              <a:extLst>
                <a:ext uri="{FF2B5EF4-FFF2-40B4-BE49-F238E27FC236}">
                  <a16:creationId xmlns:a16="http://schemas.microsoft.com/office/drawing/2014/main" id="{DE3DD1BD-9645-DD3A-75A2-FEB0056490A2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094E4222-F138-49A8-722B-FCF36A444366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46">
              <a:extLst>
                <a:ext uri="{FF2B5EF4-FFF2-40B4-BE49-F238E27FC236}">
                  <a16:creationId xmlns:a16="http://schemas.microsoft.com/office/drawing/2014/main" id="{C51EB512-2B84-2188-BA29-0D72D906152D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6" name="object 47">
              <a:extLst>
                <a:ext uri="{FF2B5EF4-FFF2-40B4-BE49-F238E27FC236}">
                  <a16:creationId xmlns:a16="http://schemas.microsoft.com/office/drawing/2014/main" id="{72749AB4-321E-3F48-669C-D1F950858CE2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5" name="object 9">
            <a:extLst>
              <a:ext uri="{FF2B5EF4-FFF2-40B4-BE49-F238E27FC236}">
                <a16:creationId xmlns:a16="http://schemas.microsoft.com/office/drawing/2014/main" id="{DE4C8157-9306-F118-B9AF-55FC6667A0D9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F8FD19E-93F6-05C5-0D16-E47844476E8B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025781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97">
          <p15:clr>
            <a:srgbClr val="FBAE40"/>
          </p15:clr>
        </p15:guide>
        <p15:guide id="2" pos="3839">
          <p15:clr>
            <a:srgbClr val="FBAE40"/>
          </p15:clr>
        </p15:guide>
        <p15:guide id="3" orient="horz" pos="2228">
          <p15:clr>
            <a:srgbClr val="FBAE40"/>
          </p15:clr>
        </p15:guide>
        <p15:guide id="4" orient="horz" pos="265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poiment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9F35FF0A-3036-4A7F-9994-0CCA3FD917E0}"/>
              </a:ext>
            </a:extLst>
          </p:cNvPr>
          <p:cNvSpPr/>
          <p:nvPr userDrawn="1"/>
        </p:nvSpPr>
        <p:spPr>
          <a:xfrm>
            <a:off x="-9286" y="387"/>
            <a:ext cx="8628779" cy="6857615"/>
          </a:xfrm>
          <a:custGeom>
            <a:avLst/>
            <a:gdLst/>
            <a:ahLst/>
            <a:cxnLst/>
            <a:rect l="l" t="t" r="r" b="b"/>
            <a:pathLst>
              <a:path w="14230350" h="11308715">
                <a:moveTo>
                  <a:pt x="0" y="11308556"/>
                </a:moveTo>
                <a:lnTo>
                  <a:pt x="14229933" y="11308556"/>
                </a:lnTo>
                <a:lnTo>
                  <a:pt x="14229933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25" name="Straight Connector 15">
            <a:extLst>
              <a:ext uri="{FF2B5EF4-FFF2-40B4-BE49-F238E27FC236}">
                <a16:creationId xmlns:a16="http://schemas.microsoft.com/office/drawing/2014/main" id="{47135D78-AAFC-487D-BD83-81F8F2DE087C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6350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ct 10">
            <a:extLst>
              <a:ext uri="{FF2B5EF4-FFF2-40B4-BE49-F238E27FC236}">
                <a16:creationId xmlns:a16="http://schemas.microsoft.com/office/drawing/2014/main" id="{28735D4A-15F0-451F-9CAC-A50316E5286A}"/>
              </a:ext>
            </a:extLst>
          </p:cNvPr>
          <p:cNvSpPr txBox="1">
            <a:spLocks/>
          </p:cNvSpPr>
          <p:nvPr userDrawn="1"/>
        </p:nvSpPr>
        <p:spPr>
          <a:xfrm>
            <a:off x="11639805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FDC5662E-ECB7-4E9B-B261-FD14433729A1}"/>
              </a:ext>
            </a:extLst>
          </p:cNvPr>
          <p:cNvSpPr txBox="1"/>
          <p:nvPr userDrawn="1"/>
        </p:nvSpPr>
        <p:spPr>
          <a:xfrm>
            <a:off x="735153" y="1914651"/>
            <a:ext cx="587188" cy="1392763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9004" b="1" spc="-3">
                <a:solidFill>
                  <a:srgbClr val="031240"/>
                </a:solidFill>
                <a:latin typeface="Arial"/>
                <a:cs typeface="Arial"/>
              </a:rPr>
              <a:t>“</a:t>
            </a:r>
            <a:endParaRPr sz="9004">
              <a:latin typeface="Arial"/>
              <a:cs typeface="Arial"/>
            </a:endParaRPr>
          </a:p>
        </p:txBody>
      </p:sp>
      <p:sp>
        <p:nvSpPr>
          <p:cNvPr id="22" name="Holder 2">
            <a:extLst>
              <a:ext uri="{FF2B5EF4-FFF2-40B4-BE49-F238E27FC236}">
                <a16:creationId xmlns:a16="http://schemas.microsoft.com/office/drawing/2014/main" id="{66FBCEA8-3F01-4E85-9EE4-17622762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5"/>
            <a:ext cx="8973979" cy="373509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sp>
        <p:nvSpPr>
          <p:cNvPr id="28" name="Espaço Reservado para Texto 4">
            <a:extLst>
              <a:ext uri="{FF2B5EF4-FFF2-40B4-BE49-F238E27FC236}">
                <a16:creationId xmlns:a16="http://schemas.microsoft.com/office/drawing/2014/main" id="{07C5881A-1649-4D3F-907F-6E4E2C86E6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0803" y="2323864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um quote</a:t>
            </a:r>
          </a:p>
        </p:txBody>
      </p:sp>
      <p:sp>
        <p:nvSpPr>
          <p:cNvPr id="35" name="Espaço Reservado para Imagem 6">
            <a:extLst>
              <a:ext uri="{FF2B5EF4-FFF2-40B4-BE49-F238E27FC236}">
                <a16:creationId xmlns:a16="http://schemas.microsoft.com/office/drawing/2014/main" id="{1A3692FC-CE5F-4D69-81A5-634BF3636D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3822" y="1211030"/>
            <a:ext cx="5956592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7" name="Espaço Reservado para Texto 3">
            <a:extLst>
              <a:ext uri="{FF2B5EF4-FFF2-40B4-BE49-F238E27FC236}">
                <a16:creationId xmlns:a16="http://schemas.microsoft.com/office/drawing/2014/main" id="{77C803A1-C8B4-4071-87C2-F434E78EE5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2299" y="4818093"/>
            <a:ext cx="1062714" cy="18197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Autor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75344783-B2D1-7DB6-A576-D46D543525F1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1" name="object 37">
              <a:extLst>
                <a:ext uri="{FF2B5EF4-FFF2-40B4-BE49-F238E27FC236}">
                  <a16:creationId xmlns:a16="http://schemas.microsoft.com/office/drawing/2014/main" id="{06256A90-0556-2BC7-AF4F-868FF79EA0BC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D825E375-9335-E6B9-A499-1F5D9E09F51F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5">
              <a:extLst>
                <a:ext uri="{FF2B5EF4-FFF2-40B4-BE49-F238E27FC236}">
                  <a16:creationId xmlns:a16="http://schemas.microsoft.com/office/drawing/2014/main" id="{09F4FDDD-7BDA-B5E6-9081-66B75F81045A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38">
              <a:extLst>
                <a:ext uri="{FF2B5EF4-FFF2-40B4-BE49-F238E27FC236}">
                  <a16:creationId xmlns:a16="http://schemas.microsoft.com/office/drawing/2014/main" id="{BF9EFAB5-7805-023C-5CF8-2A11C956BBC3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6E39B90F-9A83-EF03-87AD-D7F66915770C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40">
              <a:extLst>
                <a:ext uri="{FF2B5EF4-FFF2-40B4-BE49-F238E27FC236}">
                  <a16:creationId xmlns:a16="http://schemas.microsoft.com/office/drawing/2014/main" id="{B467686A-8F59-7B28-B6FB-D874DF9014F0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41">
              <a:extLst>
                <a:ext uri="{FF2B5EF4-FFF2-40B4-BE49-F238E27FC236}">
                  <a16:creationId xmlns:a16="http://schemas.microsoft.com/office/drawing/2014/main" id="{84A62A49-6195-6154-4AE9-D572A5B065C8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0" name="object 41">
              <a:extLst>
                <a:ext uri="{FF2B5EF4-FFF2-40B4-BE49-F238E27FC236}">
                  <a16:creationId xmlns:a16="http://schemas.microsoft.com/office/drawing/2014/main" id="{CF952253-4135-E761-D699-8F836E9E2EF9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6">
              <a:extLst>
                <a:ext uri="{FF2B5EF4-FFF2-40B4-BE49-F238E27FC236}">
                  <a16:creationId xmlns:a16="http://schemas.microsoft.com/office/drawing/2014/main" id="{1950C60D-1E8C-5D83-DC85-1B1542ECD4E3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AA8D1F95-51A9-806A-0E17-9AF3CD24AB46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F2A5AE42-9649-0ACA-B8B8-8A315821E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BCA0BD54-60DB-D889-E18D-935DBB41E70B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E0B71AC-F104-004D-A31A-904E7179ABBB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984352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DF271C-1F1F-EC7C-20AB-8C76FD39B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843D81-43ED-DCDA-A8D2-42358B12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AE05-1028-44C4-8A85-CB9A36811B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9888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poiment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9F35FF0A-3036-4A7F-9994-0CCA3FD917E0}"/>
              </a:ext>
            </a:extLst>
          </p:cNvPr>
          <p:cNvSpPr/>
          <p:nvPr userDrawn="1"/>
        </p:nvSpPr>
        <p:spPr>
          <a:xfrm>
            <a:off x="-9286" y="387"/>
            <a:ext cx="8628779" cy="6857615"/>
          </a:xfrm>
          <a:custGeom>
            <a:avLst/>
            <a:gdLst/>
            <a:ahLst/>
            <a:cxnLst/>
            <a:rect l="l" t="t" r="r" b="b"/>
            <a:pathLst>
              <a:path w="14230350" h="11308715">
                <a:moveTo>
                  <a:pt x="0" y="11308556"/>
                </a:moveTo>
                <a:lnTo>
                  <a:pt x="14229933" y="11308556"/>
                </a:lnTo>
                <a:lnTo>
                  <a:pt x="14229933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25" name="Straight Connector 15">
            <a:extLst>
              <a:ext uri="{FF2B5EF4-FFF2-40B4-BE49-F238E27FC236}">
                <a16:creationId xmlns:a16="http://schemas.microsoft.com/office/drawing/2014/main" id="{47135D78-AAFC-487D-BD83-81F8F2DE087C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6350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ct 10">
            <a:extLst>
              <a:ext uri="{FF2B5EF4-FFF2-40B4-BE49-F238E27FC236}">
                <a16:creationId xmlns:a16="http://schemas.microsoft.com/office/drawing/2014/main" id="{28735D4A-15F0-451F-9CAC-A50316E5286A}"/>
              </a:ext>
            </a:extLst>
          </p:cNvPr>
          <p:cNvSpPr txBox="1">
            <a:spLocks/>
          </p:cNvSpPr>
          <p:nvPr userDrawn="1"/>
        </p:nvSpPr>
        <p:spPr>
          <a:xfrm>
            <a:off x="11639805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FDC5662E-ECB7-4E9B-B261-FD14433729A1}"/>
              </a:ext>
            </a:extLst>
          </p:cNvPr>
          <p:cNvSpPr txBox="1"/>
          <p:nvPr userDrawn="1"/>
        </p:nvSpPr>
        <p:spPr>
          <a:xfrm>
            <a:off x="735153" y="1914651"/>
            <a:ext cx="587188" cy="1392763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9004" b="1" spc="-3">
                <a:solidFill>
                  <a:srgbClr val="031240"/>
                </a:solidFill>
                <a:latin typeface="Arial"/>
                <a:cs typeface="Arial"/>
              </a:rPr>
              <a:t>“</a:t>
            </a:r>
            <a:endParaRPr sz="9004">
              <a:latin typeface="Arial"/>
              <a:cs typeface="Arial"/>
            </a:endParaRPr>
          </a:p>
        </p:txBody>
      </p:sp>
      <p:sp>
        <p:nvSpPr>
          <p:cNvPr id="22" name="Holder 2">
            <a:extLst>
              <a:ext uri="{FF2B5EF4-FFF2-40B4-BE49-F238E27FC236}">
                <a16:creationId xmlns:a16="http://schemas.microsoft.com/office/drawing/2014/main" id="{66FBCEA8-3F01-4E85-9EE4-17622762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3"/>
            <a:ext cx="8973979" cy="43528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sp>
        <p:nvSpPr>
          <p:cNvPr id="28" name="Espaço Reservado para Texto 4">
            <a:extLst>
              <a:ext uri="{FF2B5EF4-FFF2-40B4-BE49-F238E27FC236}">
                <a16:creationId xmlns:a16="http://schemas.microsoft.com/office/drawing/2014/main" id="{07C5881A-1649-4D3F-907F-6E4E2C86E6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0803" y="2323864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um quote</a:t>
            </a:r>
          </a:p>
        </p:txBody>
      </p:sp>
      <p:sp>
        <p:nvSpPr>
          <p:cNvPr id="35" name="Espaço Reservado para Imagem 6">
            <a:extLst>
              <a:ext uri="{FF2B5EF4-FFF2-40B4-BE49-F238E27FC236}">
                <a16:creationId xmlns:a16="http://schemas.microsoft.com/office/drawing/2014/main" id="{1A3692FC-CE5F-4D69-81A5-634BF3636D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3822" y="1211030"/>
            <a:ext cx="5956592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7" name="Espaço Reservado para Texto 3">
            <a:extLst>
              <a:ext uri="{FF2B5EF4-FFF2-40B4-BE49-F238E27FC236}">
                <a16:creationId xmlns:a16="http://schemas.microsoft.com/office/drawing/2014/main" id="{77C803A1-C8B4-4071-87C2-F434E78EE5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2299" y="4818093"/>
            <a:ext cx="1062714" cy="18197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Autor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CE8D6029-B95C-C864-4F5A-631EE3AA3160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1" name="object 37">
              <a:extLst>
                <a:ext uri="{FF2B5EF4-FFF2-40B4-BE49-F238E27FC236}">
                  <a16:creationId xmlns:a16="http://schemas.microsoft.com/office/drawing/2014/main" id="{FC041D2F-AD38-30DD-091B-146FAD235F54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8237C08A-BDD0-3BEA-CAA8-B9339DE960B1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5">
              <a:extLst>
                <a:ext uri="{FF2B5EF4-FFF2-40B4-BE49-F238E27FC236}">
                  <a16:creationId xmlns:a16="http://schemas.microsoft.com/office/drawing/2014/main" id="{41AD4C56-32E6-C1C9-BFF4-8F76EF5AFA40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38">
              <a:extLst>
                <a:ext uri="{FF2B5EF4-FFF2-40B4-BE49-F238E27FC236}">
                  <a16:creationId xmlns:a16="http://schemas.microsoft.com/office/drawing/2014/main" id="{BB92A9EA-CFD6-F886-8E5F-B8A587C09B85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EBCE0C04-311B-64BA-FB13-9565CF6EB767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40">
              <a:extLst>
                <a:ext uri="{FF2B5EF4-FFF2-40B4-BE49-F238E27FC236}">
                  <a16:creationId xmlns:a16="http://schemas.microsoft.com/office/drawing/2014/main" id="{118FB04B-081F-C3D6-CD97-C7B423192449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41">
              <a:extLst>
                <a:ext uri="{FF2B5EF4-FFF2-40B4-BE49-F238E27FC236}">
                  <a16:creationId xmlns:a16="http://schemas.microsoft.com/office/drawing/2014/main" id="{B55A80D1-CCE6-9F46-32D0-CDAF8F783BBB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0" name="object 41">
              <a:extLst>
                <a:ext uri="{FF2B5EF4-FFF2-40B4-BE49-F238E27FC236}">
                  <a16:creationId xmlns:a16="http://schemas.microsoft.com/office/drawing/2014/main" id="{89749DF6-A1CF-CB66-BA24-5018F9EA0AAB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6">
              <a:extLst>
                <a:ext uri="{FF2B5EF4-FFF2-40B4-BE49-F238E27FC236}">
                  <a16:creationId xmlns:a16="http://schemas.microsoft.com/office/drawing/2014/main" id="{97952D55-F780-C1C8-5380-11F9A9880961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7BF5B49A-8603-D6E4-C852-FBF3562B7081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91A3EF83-306A-7540-6F2D-437D2078D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167E0939-9BFF-5EC0-5EFF-6F0DC31843F1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3C254A6-F7A3-D4B5-F2BE-F47B0617CB96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835828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poimen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EEF9D2F6-8F9A-47D5-9D02-9CC47FFD228F}"/>
              </a:ext>
            </a:extLst>
          </p:cNvPr>
          <p:cNvSpPr txBox="1"/>
          <p:nvPr userDrawn="1"/>
        </p:nvSpPr>
        <p:spPr>
          <a:xfrm>
            <a:off x="11682342" y="6372030"/>
            <a:ext cx="127449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6">
                <a:solidFill>
                  <a:srgbClr val="031240"/>
                </a:solidFill>
                <a:latin typeface="Arial"/>
                <a:cs typeface="Arial"/>
              </a:rPr>
              <a:t>19</a:t>
            </a:r>
            <a:endParaRPr sz="879">
              <a:latin typeface="Arial"/>
              <a:cs typeface="Arial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F1DF6984-9D1D-419B-B13D-FC18D36D9461}"/>
              </a:ext>
            </a:extLst>
          </p:cNvPr>
          <p:cNvSpPr/>
          <p:nvPr userDrawn="1"/>
        </p:nvSpPr>
        <p:spPr>
          <a:xfrm>
            <a:off x="0" y="380973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DDDE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9F92EED5-C2AE-46FE-BD77-437613456F20}"/>
              </a:ext>
            </a:extLst>
          </p:cNvPr>
          <p:cNvSpPr/>
          <p:nvPr userDrawn="1"/>
        </p:nvSpPr>
        <p:spPr>
          <a:xfrm>
            <a:off x="3561635" y="387"/>
            <a:ext cx="8629164" cy="6857615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A8BD690-9DF0-464C-BCA2-5D5782638305}"/>
              </a:ext>
            </a:extLst>
          </p:cNvPr>
          <p:cNvSpPr/>
          <p:nvPr userDrawn="1"/>
        </p:nvSpPr>
        <p:spPr>
          <a:xfrm>
            <a:off x="0" y="2"/>
            <a:ext cx="3561634" cy="6857615"/>
          </a:xfrm>
          <a:custGeom>
            <a:avLst/>
            <a:gdLst/>
            <a:ahLst/>
            <a:cxnLst/>
            <a:rect l="l" t="t" r="r" b="b"/>
            <a:pathLst>
              <a:path w="5873750" h="11308715">
                <a:moveTo>
                  <a:pt x="0" y="11308556"/>
                </a:moveTo>
                <a:lnTo>
                  <a:pt x="5873297" y="11308556"/>
                </a:lnTo>
                <a:lnTo>
                  <a:pt x="587329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Holder 2">
            <a:extLst>
              <a:ext uri="{FF2B5EF4-FFF2-40B4-BE49-F238E27FC236}">
                <a16:creationId xmlns:a16="http://schemas.microsoft.com/office/drawing/2014/main" id="{864BC9C6-8906-49B1-BA62-35EABCBAC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2284" y="286875"/>
            <a:ext cx="5832832" cy="320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5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sp>
        <p:nvSpPr>
          <p:cNvPr id="34" name="object 7">
            <a:extLst>
              <a:ext uri="{FF2B5EF4-FFF2-40B4-BE49-F238E27FC236}">
                <a16:creationId xmlns:a16="http://schemas.microsoft.com/office/drawing/2014/main" id="{B2B6FD4D-BEDB-4DB6-A645-C0CF5BC775D8}"/>
              </a:ext>
            </a:extLst>
          </p:cNvPr>
          <p:cNvSpPr txBox="1"/>
          <p:nvPr userDrawn="1"/>
        </p:nvSpPr>
        <p:spPr>
          <a:xfrm>
            <a:off x="6141412" y="1814974"/>
            <a:ext cx="587188" cy="1392763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9004" b="1" spc="-3">
                <a:solidFill>
                  <a:srgbClr val="031240"/>
                </a:solidFill>
                <a:latin typeface="Arial"/>
                <a:cs typeface="Arial"/>
              </a:rPr>
              <a:t>“</a:t>
            </a:r>
            <a:endParaRPr sz="9004">
              <a:latin typeface="Arial"/>
              <a:cs typeface="Arial"/>
            </a:endParaRPr>
          </a:p>
        </p:txBody>
      </p:sp>
      <p:sp>
        <p:nvSpPr>
          <p:cNvPr id="36" name="Espaço Reservado para Texto 4">
            <a:extLst>
              <a:ext uri="{FF2B5EF4-FFF2-40B4-BE49-F238E27FC236}">
                <a16:creationId xmlns:a16="http://schemas.microsoft.com/office/drawing/2014/main" id="{6D2B1A09-CF32-4DE5-BB2E-5621FC8BD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27062" y="2224188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um quote</a:t>
            </a:r>
          </a:p>
        </p:txBody>
      </p:sp>
      <p:sp>
        <p:nvSpPr>
          <p:cNvPr id="39" name="Espaço Reservado para Imagem 6">
            <a:extLst>
              <a:ext uri="{FF2B5EF4-FFF2-40B4-BE49-F238E27FC236}">
                <a16:creationId xmlns:a16="http://schemas.microsoft.com/office/drawing/2014/main" id="{4A7BBD86-94A3-47AD-9342-FBF61E2CCC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8796" y="1567351"/>
            <a:ext cx="5040039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318BE29-D230-4ABE-B744-0EF562D272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0" name="Espaço Reservado para Texto 3">
            <a:extLst>
              <a:ext uri="{FF2B5EF4-FFF2-40B4-BE49-F238E27FC236}">
                <a16:creationId xmlns:a16="http://schemas.microsoft.com/office/drawing/2014/main" id="{D5587168-390F-49D6-B136-4B37E596F2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11661" y="4734768"/>
            <a:ext cx="1062714" cy="18197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Autor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8BDC2613-A28A-F28E-C61A-A17DD136DB6D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28" name="object 37">
              <a:extLst>
                <a:ext uri="{FF2B5EF4-FFF2-40B4-BE49-F238E27FC236}">
                  <a16:creationId xmlns:a16="http://schemas.microsoft.com/office/drawing/2014/main" id="{B295D8EE-6F9B-A6A6-6844-63A9BAEC9E2A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41">
              <a:extLst>
                <a:ext uri="{FF2B5EF4-FFF2-40B4-BE49-F238E27FC236}">
                  <a16:creationId xmlns:a16="http://schemas.microsoft.com/office/drawing/2014/main" id="{995325F2-E160-CC44-6650-1C655EA11514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object 45">
              <a:extLst>
                <a:ext uri="{FF2B5EF4-FFF2-40B4-BE49-F238E27FC236}">
                  <a16:creationId xmlns:a16="http://schemas.microsoft.com/office/drawing/2014/main" id="{C3B878A5-46BA-46E4-6FE8-91A59FF2ACDC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38">
              <a:extLst>
                <a:ext uri="{FF2B5EF4-FFF2-40B4-BE49-F238E27FC236}">
                  <a16:creationId xmlns:a16="http://schemas.microsoft.com/office/drawing/2014/main" id="{656BB19C-AC3F-F9D4-E9FA-A0B8974B8C13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39">
              <a:extLst>
                <a:ext uri="{FF2B5EF4-FFF2-40B4-BE49-F238E27FC236}">
                  <a16:creationId xmlns:a16="http://schemas.microsoft.com/office/drawing/2014/main" id="{7FF6B866-B286-49BC-2714-80D7800A7494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40">
              <a:extLst>
                <a:ext uri="{FF2B5EF4-FFF2-40B4-BE49-F238E27FC236}">
                  <a16:creationId xmlns:a16="http://schemas.microsoft.com/office/drawing/2014/main" id="{78D7C927-7C6F-6434-70E8-63F34C5239A0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41">
              <a:extLst>
                <a:ext uri="{FF2B5EF4-FFF2-40B4-BE49-F238E27FC236}">
                  <a16:creationId xmlns:a16="http://schemas.microsoft.com/office/drawing/2014/main" id="{B666D171-7B09-39D3-0F2B-EF6172F47DC1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4C659048-D3F3-FD9E-0892-3EC4AA46BEBC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6">
              <a:extLst>
                <a:ext uri="{FF2B5EF4-FFF2-40B4-BE49-F238E27FC236}">
                  <a16:creationId xmlns:a16="http://schemas.microsoft.com/office/drawing/2014/main" id="{716CD8FD-4C34-FFB5-5267-186802D90EB7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41FCD6BA-3FEE-7C02-B679-039FD90EF5F1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2D6F675C-6C00-FDE4-8621-B95AE98CF9CE}"/>
              </a:ext>
            </a:extLst>
          </p:cNvPr>
          <p:cNvGrpSpPr/>
          <p:nvPr userDrawn="1"/>
        </p:nvGrpSpPr>
        <p:grpSpPr>
          <a:xfrm>
            <a:off x="12443857" y="70219"/>
            <a:ext cx="1048734" cy="4015188"/>
            <a:chOff x="12443856" y="70219"/>
            <a:chExt cx="1048734" cy="4015188"/>
          </a:xfrm>
        </p:grpSpPr>
        <p:sp>
          <p:nvSpPr>
            <p:cNvPr id="45" name="object 37">
              <a:extLst>
                <a:ext uri="{FF2B5EF4-FFF2-40B4-BE49-F238E27FC236}">
                  <a16:creationId xmlns:a16="http://schemas.microsoft.com/office/drawing/2014/main" id="{88A18FFC-8DC7-7D02-CD24-A68830129A5B}"/>
                </a:ext>
              </a:extLst>
            </p:cNvPr>
            <p:cNvSpPr/>
            <p:nvPr userDrawn="1"/>
          </p:nvSpPr>
          <p:spPr>
            <a:xfrm>
              <a:off x="12443856" y="70219"/>
              <a:ext cx="1042969" cy="691921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6" name="object 41">
              <a:extLst>
                <a:ext uri="{FF2B5EF4-FFF2-40B4-BE49-F238E27FC236}">
                  <a16:creationId xmlns:a16="http://schemas.microsoft.com/office/drawing/2014/main" id="{9FD2BE55-89FB-A434-8CE9-A7EFDAB03EAD}"/>
                </a:ext>
              </a:extLst>
            </p:cNvPr>
            <p:cNvSpPr/>
            <p:nvPr userDrawn="1"/>
          </p:nvSpPr>
          <p:spPr>
            <a:xfrm>
              <a:off x="12443856" y="1568623"/>
              <a:ext cx="1048734" cy="691921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7" name="object 45">
              <a:extLst>
                <a:ext uri="{FF2B5EF4-FFF2-40B4-BE49-F238E27FC236}">
                  <a16:creationId xmlns:a16="http://schemas.microsoft.com/office/drawing/2014/main" id="{603805D5-9846-0FC1-C7B2-8F8200CC2466}"/>
                </a:ext>
              </a:extLst>
            </p:cNvPr>
            <p:cNvSpPr/>
            <p:nvPr userDrawn="1"/>
          </p:nvSpPr>
          <p:spPr>
            <a:xfrm>
              <a:off x="12443856" y="2929916"/>
              <a:ext cx="1042968" cy="691921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8" name="object 38">
              <a:extLst>
                <a:ext uri="{FF2B5EF4-FFF2-40B4-BE49-F238E27FC236}">
                  <a16:creationId xmlns:a16="http://schemas.microsoft.com/office/drawing/2014/main" id="{5D4006FC-1C4B-26AD-C32A-8EF64CF49471}"/>
                </a:ext>
              </a:extLst>
            </p:cNvPr>
            <p:cNvSpPr/>
            <p:nvPr userDrawn="1"/>
          </p:nvSpPr>
          <p:spPr>
            <a:xfrm>
              <a:off x="12443856" y="839526"/>
              <a:ext cx="299952" cy="35776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9" name="object 39">
              <a:extLst>
                <a:ext uri="{FF2B5EF4-FFF2-40B4-BE49-F238E27FC236}">
                  <a16:creationId xmlns:a16="http://schemas.microsoft.com/office/drawing/2014/main" id="{4417C456-6584-D37F-643C-E26516B1D94A}"/>
                </a:ext>
              </a:extLst>
            </p:cNvPr>
            <p:cNvSpPr/>
            <p:nvPr userDrawn="1"/>
          </p:nvSpPr>
          <p:spPr>
            <a:xfrm>
              <a:off x="12815364" y="834496"/>
              <a:ext cx="299952" cy="357762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0" name="object 40">
              <a:extLst>
                <a:ext uri="{FF2B5EF4-FFF2-40B4-BE49-F238E27FC236}">
                  <a16:creationId xmlns:a16="http://schemas.microsoft.com/office/drawing/2014/main" id="{AA6520C2-3304-AE28-D25A-1E3A9FE83CB7}"/>
                </a:ext>
              </a:extLst>
            </p:cNvPr>
            <p:cNvSpPr/>
            <p:nvPr userDrawn="1"/>
          </p:nvSpPr>
          <p:spPr>
            <a:xfrm>
              <a:off x="13186873" y="834496"/>
              <a:ext cx="299952" cy="357762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1" name="object 41">
              <a:extLst>
                <a:ext uri="{FF2B5EF4-FFF2-40B4-BE49-F238E27FC236}">
                  <a16:creationId xmlns:a16="http://schemas.microsoft.com/office/drawing/2014/main" id="{431172FD-5B12-BB99-7866-D42291982850}"/>
                </a:ext>
              </a:extLst>
            </p:cNvPr>
            <p:cNvSpPr/>
            <p:nvPr userDrawn="1"/>
          </p:nvSpPr>
          <p:spPr>
            <a:xfrm>
              <a:off x="12443856" y="2365397"/>
              <a:ext cx="458525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52" name="object 41">
              <a:extLst>
                <a:ext uri="{FF2B5EF4-FFF2-40B4-BE49-F238E27FC236}">
                  <a16:creationId xmlns:a16="http://schemas.microsoft.com/office/drawing/2014/main" id="{C7B9272A-9C14-D1FF-D3ED-05E2EED458F9}"/>
                </a:ext>
              </a:extLst>
            </p:cNvPr>
            <p:cNvSpPr/>
            <p:nvPr userDrawn="1"/>
          </p:nvSpPr>
          <p:spPr>
            <a:xfrm>
              <a:off x="13029625" y="2365397"/>
              <a:ext cx="457200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3" name="object 46">
              <a:extLst>
                <a:ext uri="{FF2B5EF4-FFF2-40B4-BE49-F238E27FC236}">
                  <a16:creationId xmlns:a16="http://schemas.microsoft.com/office/drawing/2014/main" id="{A04F310F-A2FC-0570-63F7-B32DF4AB5B3C}"/>
                </a:ext>
              </a:extLst>
            </p:cNvPr>
            <p:cNvSpPr/>
            <p:nvPr userDrawn="1"/>
          </p:nvSpPr>
          <p:spPr>
            <a:xfrm>
              <a:off x="12443856" y="3729007"/>
              <a:ext cx="457200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4" name="object 47">
              <a:extLst>
                <a:ext uri="{FF2B5EF4-FFF2-40B4-BE49-F238E27FC236}">
                  <a16:creationId xmlns:a16="http://schemas.microsoft.com/office/drawing/2014/main" id="{1FC07E35-5B0B-4BE8-B466-6825B4B7FEC6}"/>
                </a:ext>
              </a:extLst>
            </p:cNvPr>
            <p:cNvSpPr/>
            <p:nvPr userDrawn="1"/>
          </p:nvSpPr>
          <p:spPr>
            <a:xfrm>
              <a:off x="13029625" y="3729007"/>
              <a:ext cx="457200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6" name="object 9">
            <a:extLst>
              <a:ext uri="{FF2B5EF4-FFF2-40B4-BE49-F238E27FC236}">
                <a16:creationId xmlns:a16="http://schemas.microsoft.com/office/drawing/2014/main" id="{09561FF1-30A5-BD3E-6DFD-7C34FE09E376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FC903B2B-23F7-CE08-A8DB-F7F8B43D0C6C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4395219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epoimen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EEF9D2F6-8F9A-47D5-9D02-9CC47FFD228F}"/>
              </a:ext>
            </a:extLst>
          </p:cNvPr>
          <p:cNvSpPr txBox="1"/>
          <p:nvPr userDrawn="1"/>
        </p:nvSpPr>
        <p:spPr>
          <a:xfrm>
            <a:off x="11682342" y="6372030"/>
            <a:ext cx="127449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6">
                <a:solidFill>
                  <a:srgbClr val="031240"/>
                </a:solidFill>
                <a:latin typeface="Arial"/>
                <a:cs typeface="Arial"/>
              </a:rPr>
              <a:t>19</a:t>
            </a:r>
            <a:endParaRPr sz="879">
              <a:latin typeface="Arial"/>
              <a:cs typeface="Arial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F1DF6984-9D1D-419B-B13D-FC18D36D9461}"/>
              </a:ext>
            </a:extLst>
          </p:cNvPr>
          <p:cNvSpPr/>
          <p:nvPr userDrawn="1"/>
        </p:nvSpPr>
        <p:spPr>
          <a:xfrm>
            <a:off x="0" y="380973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DDDE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9F92EED5-C2AE-46FE-BD77-437613456F20}"/>
              </a:ext>
            </a:extLst>
          </p:cNvPr>
          <p:cNvSpPr/>
          <p:nvPr userDrawn="1"/>
        </p:nvSpPr>
        <p:spPr>
          <a:xfrm>
            <a:off x="3561635" y="387"/>
            <a:ext cx="8629164" cy="6857615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A8BD690-9DF0-464C-BCA2-5D5782638305}"/>
              </a:ext>
            </a:extLst>
          </p:cNvPr>
          <p:cNvSpPr/>
          <p:nvPr userDrawn="1"/>
        </p:nvSpPr>
        <p:spPr>
          <a:xfrm>
            <a:off x="0" y="2"/>
            <a:ext cx="3561634" cy="6857615"/>
          </a:xfrm>
          <a:custGeom>
            <a:avLst/>
            <a:gdLst/>
            <a:ahLst/>
            <a:cxnLst/>
            <a:rect l="l" t="t" r="r" b="b"/>
            <a:pathLst>
              <a:path w="5873750" h="11308715">
                <a:moveTo>
                  <a:pt x="0" y="11308556"/>
                </a:moveTo>
                <a:lnTo>
                  <a:pt x="5873297" y="11308556"/>
                </a:lnTo>
                <a:lnTo>
                  <a:pt x="587329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Holder 2">
            <a:extLst>
              <a:ext uri="{FF2B5EF4-FFF2-40B4-BE49-F238E27FC236}">
                <a16:creationId xmlns:a16="http://schemas.microsoft.com/office/drawing/2014/main" id="{864BC9C6-8906-49B1-BA62-35EABCBAC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2285" y="286875"/>
            <a:ext cx="5920160" cy="320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5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sp>
        <p:nvSpPr>
          <p:cNvPr id="34" name="object 7">
            <a:extLst>
              <a:ext uri="{FF2B5EF4-FFF2-40B4-BE49-F238E27FC236}">
                <a16:creationId xmlns:a16="http://schemas.microsoft.com/office/drawing/2014/main" id="{B2B6FD4D-BEDB-4DB6-A645-C0CF5BC775D8}"/>
              </a:ext>
            </a:extLst>
          </p:cNvPr>
          <p:cNvSpPr txBox="1"/>
          <p:nvPr userDrawn="1"/>
        </p:nvSpPr>
        <p:spPr>
          <a:xfrm>
            <a:off x="6141412" y="1814974"/>
            <a:ext cx="587188" cy="1392763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9004" b="1" spc="-3">
                <a:solidFill>
                  <a:srgbClr val="031240"/>
                </a:solidFill>
                <a:latin typeface="Arial"/>
                <a:cs typeface="Arial"/>
              </a:rPr>
              <a:t>“</a:t>
            </a:r>
            <a:endParaRPr sz="9004">
              <a:latin typeface="Arial"/>
              <a:cs typeface="Arial"/>
            </a:endParaRPr>
          </a:p>
        </p:txBody>
      </p:sp>
      <p:sp>
        <p:nvSpPr>
          <p:cNvPr id="36" name="Espaço Reservado para Texto 4">
            <a:extLst>
              <a:ext uri="{FF2B5EF4-FFF2-40B4-BE49-F238E27FC236}">
                <a16:creationId xmlns:a16="http://schemas.microsoft.com/office/drawing/2014/main" id="{6D2B1A09-CF32-4DE5-BB2E-5621FC8BD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27062" y="2224188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um quote</a:t>
            </a:r>
          </a:p>
        </p:txBody>
      </p:sp>
      <p:sp>
        <p:nvSpPr>
          <p:cNvPr id="39" name="Espaço Reservado para Imagem 6">
            <a:extLst>
              <a:ext uri="{FF2B5EF4-FFF2-40B4-BE49-F238E27FC236}">
                <a16:creationId xmlns:a16="http://schemas.microsoft.com/office/drawing/2014/main" id="{4A7BBD86-94A3-47AD-9342-FBF61E2CCC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8796" y="1567351"/>
            <a:ext cx="5040039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318BE29-D230-4ABE-B744-0EF562D272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0" name="Espaço Reservado para Texto 3">
            <a:extLst>
              <a:ext uri="{FF2B5EF4-FFF2-40B4-BE49-F238E27FC236}">
                <a16:creationId xmlns:a16="http://schemas.microsoft.com/office/drawing/2014/main" id="{D5587168-390F-49D6-B136-4B37E596F2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11661" y="4734768"/>
            <a:ext cx="1062714" cy="18197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Autor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4EC83152-8F8A-4AC8-8B0B-3F955C360909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28" name="object 37">
              <a:extLst>
                <a:ext uri="{FF2B5EF4-FFF2-40B4-BE49-F238E27FC236}">
                  <a16:creationId xmlns:a16="http://schemas.microsoft.com/office/drawing/2014/main" id="{BE1CB5DD-02B5-420F-67F6-1768DB65CCA8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41">
              <a:extLst>
                <a:ext uri="{FF2B5EF4-FFF2-40B4-BE49-F238E27FC236}">
                  <a16:creationId xmlns:a16="http://schemas.microsoft.com/office/drawing/2014/main" id="{506CD877-BF8A-6A72-CCA1-CB146AC662C1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object 45">
              <a:extLst>
                <a:ext uri="{FF2B5EF4-FFF2-40B4-BE49-F238E27FC236}">
                  <a16:creationId xmlns:a16="http://schemas.microsoft.com/office/drawing/2014/main" id="{563A10F3-C2BE-C58A-11A7-5C2EFB238E15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38">
              <a:extLst>
                <a:ext uri="{FF2B5EF4-FFF2-40B4-BE49-F238E27FC236}">
                  <a16:creationId xmlns:a16="http://schemas.microsoft.com/office/drawing/2014/main" id="{2AB5F536-B8C2-76C2-899D-F333076D9643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39">
              <a:extLst>
                <a:ext uri="{FF2B5EF4-FFF2-40B4-BE49-F238E27FC236}">
                  <a16:creationId xmlns:a16="http://schemas.microsoft.com/office/drawing/2014/main" id="{C40754BF-8F3B-C62D-6F7E-491EB2E01C9A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40">
              <a:extLst>
                <a:ext uri="{FF2B5EF4-FFF2-40B4-BE49-F238E27FC236}">
                  <a16:creationId xmlns:a16="http://schemas.microsoft.com/office/drawing/2014/main" id="{34F47E10-9C9B-6BA4-298A-9BBD381D5BEB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41">
              <a:extLst>
                <a:ext uri="{FF2B5EF4-FFF2-40B4-BE49-F238E27FC236}">
                  <a16:creationId xmlns:a16="http://schemas.microsoft.com/office/drawing/2014/main" id="{9FC1955D-09B3-8661-DC48-33C371FD726E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DA3830D2-ABFE-34CF-19A3-E944172F1B8E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6">
              <a:extLst>
                <a:ext uri="{FF2B5EF4-FFF2-40B4-BE49-F238E27FC236}">
                  <a16:creationId xmlns:a16="http://schemas.microsoft.com/office/drawing/2014/main" id="{CA645138-364F-0625-D7FA-02EBA8A45587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B78F47CD-AD9F-1D78-36DC-2DA3746F6D5B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E52E707D-465C-7585-0E98-AFE46ED0A207}"/>
              </a:ext>
            </a:extLst>
          </p:cNvPr>
          <p:cNvGrpSpPr/>
          <p:nvPr userDrawn="1"/>
        </p:nvGrpSpPr>
        <p:grpSpPr>
          <a:xfrm>
            <a:off x="12443857" y="70219"/>
            <a:ext cx="1048734" cy="4015188"/>
            <a:chOff x="12443856" y="70219"/>
            <a:chExt cx="1048734" cy="4015188"/>
          </a:xfrm>
        </p:grpSpPr>
        <p:sp>
          <p:nvSpPr>
            <p:cNvPr id="45" name="object 37">
              <a:extLst>
                <a:ext uri="{FF2B5EF4-FFF2-40B4-BE49-F238E27FC236}">
                  <a16:creationId xmlns:a16="http://schemas.microsoft.com/office/drawing/2014/main" id="{B23F9CB6-244D-1826-6A1B-7DA306A360FC}"/>
                </a:ext>
              </a:extLst>
            </p:cNvPr>
            <p:cNvSpPr/>
            <p:nvPr userDrawn="1"/>
          </p:nvSpPr>
          <p:spPr>
            <a:xfrm>
              <a:off x="12443856" y="70219"/>
              <a:ext cx="1042969" cy="691921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6" name="object 41">
              <a:extLst>
                <a:ext uri="{FF2B5EF4-FFF2-40B4-BE49-F238E27FC236}">
                  <a16:creationId xmlns:a16="http://schemas.microsoft.com/office/drawing/2014/main" id="{DFC3D893-1A56-BACC-C17E-FB90FF66C3CE}"/>
                </a:ext>
              </a:extLst>
            </p:cNvPr>
            <p:cNvSpPr/>
            <p:nvPr userDrawn="1"/>
          </p:nvSpPr>
          <p:spPr>
            <a:xfrm>
              <a:off x="12443856" y="1568623"/>
              <a:ext cx="1048734" cy="691921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7" name="object 45">
              <a:extLst>
                <a:ext uri="{FF2B5EF4-FFF2-40B4-BE49-F238E27FC236}">
                  <a16:creationId xmlns:a16="http://schemas.microsoft.com/office/drawing/2014/main" id="{4113F31D-E969-D63A-3172-D1714938ECFB}"/>
                </a:ext>
              </a:extLst>
            </p:cNvPr>
            <p:cNvSpPr/>
            <p:nvPr userDrawn="1"/>
          </p:nvSpPr>
          <p:spPr>
            <a:xfrm>
              <a:off x="12443856" y="2929916"/>
              <a:ext cx="1042968" cy="691921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8" name="object 38">
              <a:extLst>
                <a:ext uri="{FF2B5EF4-FFF2-40B4-BE49-F238E27FC236}">
                  <a16:creationId xmlns:a16="http://schemas.microsoft.com/office/drawing/2014/main" id="{32789F8B-9DD0-8242-0674-B2179933F2B2}"/>
                </a:ext>
              </a:extLst>
            </p:cNvPr>
            <p:cNvSpPr/>
            <p:nvPr userDrawn="1"/>
          </p:nvSpPr>
          <p:spPr>
            <a:xfrm>
              <a:off x="12443856" y="839526"/>
              <a:ext cx="299952" cy="35776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9" name="object 39">
              <a:extLst>
                <a:ext uri="{FF2B5EF4-FFF2-40B4-BE49-F238E27FC236}">
                  <a16:creationId xmlns:a16="http://schemas.microsoft.com/office/drawing/2014/main" id="{DB5FFCC6-E185-B133-1990-4EA2F37689E1}"/>
                </a:ext>
              </a:extLst>
            </p:cNvPr>
            <p:cNvSpPr/>
            <p:nvPr userDrawn="1"/>
          </p:nvSpPr>
          <p:spPr>
            <a:xfrm>
              <a:off x="12815364" y="834496"/>
              <a:ext cx="299952" cy="357762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0" name="object 40">
              <a:extLst>
                <a:ext uri="{FF2B5EF4-FFF2-40B4-BE49-F238E27FC236}">
                  <a16:creationId xmlns:a16="http://schemas.microsoft.com/office/drawing/2014/main" id="{2783D722-00EE-F601-CE35-50419E499C32}"/>
                </a:ext>
              </a:extLst>
            </p:cNvPr>
            <p:cNvSpPr/>
            <p:nvPr userDrawn="1"/>
          </p:nvSpPr>
          <p:spPr>
            <a:xfrm>
              <a:off x="13186873" y="834496"/>
              <a:ext cx="299952" cy="357762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1" name="object 41">
              <a:extLst>
                <a:ext uri="{FF2B5EF4-FFF2-40B4-BE49-F238E27FC236}">
                  <a16:creationId xmlns:a16="http://schemas.microsoft.com/office/drawing/2014/main" id="{6371CE01-B1B0-69D6-FEEF-05CD60EA6069}"/>
                </a:ext>
              </a:extLst>
            </p:cNvPr>
            <p:cNvSpPr/>
            <p:nvPr userDrawn="1"/>
          </p:nvSpPr>
          <p:spPr>
            <a:xfrm>
              <a:off x="12443856" y="2365397"/>
              <a:ext cx="458525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52" name="object 41">
              <a:extLst>
                <a:ext uri="{FF2B5EF4-FFF2-40B4-BE49-F238E27FC236}">
                  <a16:creationId xmlns:a16="http://schemas.microsoft.com/office/drawing/2014/main" id="{4E9DF08B-84CB-F9CE-B998-55E095F85457}"/>
                </a:ext>
              </a:extLst>
            </p:cNvPr>
            <p:cNvSpPr/>
            <p:nvPr userDrawn="1"/>
          </p:nvSpPr>
          <p:spPr>
            <a:xfrm>
              <a:off x="13029625" y="2365397"/>
              <a:ext cx="457200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3" name="object 46">
              <a:extLst>
                <a:ext uri="{FF2B5EF4-FFF2-40B4-BE49-F238E27FC236}">
                  <a16:creationId xmlns:a16="http://schemas.microsoft.com/office/drawing/2014/main" id="{C5E53AD1-E456-E963-1DF1-33994B4BB9CC}"/>
                </a:ext>
              </a:extLst>
            </p:cNvPr>
            <p:cNvSpPr/>
            <p:nvPr userDrawn="1"/>
          </p:nvSpPr>
          <p:spPr>
            <a:xfrm>
              <a:off x="12443856" y="3729007"/>
              <a:ext cx="457200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4" name="object 47">
              <a:extLst>
                <a:ext uri="{FF2B5EF4-FFF2-40B4-BE49-F238E27FC236}">
                  <a16:creationId xmlns:a16="http://schemas.microsoft.com/office/drawing/2014/main" id="{056CCFC8-F2BE-A9DC-E741-BCF6D303104C}"/>
                </a:ext>
              </a:extLst>
            </p:cNvPr>
            <p:cNvSpPr/>
            <p:nvPr userDrawn="1"/>
          </p:nvSpPr>
          <p:spPr>
            <a:xfrm>
              <a:off x="13029625" y="3729007"/>
              <a:ext cx="457200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7" name="object 9">
            <a:extLst>
              <a:ext uri="{FF2B5EF4-FFF2-40B4-BE49-F238E27FC236}">
                <a16:creationId xmlns:a16="http://schemas.microsoft.com/office/drawing/2014/main" id="{70F107BB-1DE7-CFBF-D1EC-CA7EA424EDFE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0493A080-C631-7670-224B-4EECAA02AEDF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16875533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B0550-1EC8-4CF9-B267-20F2322703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5AB19D5-561F-4BAB-97CD-1558D79A0A08}"/>
              </a:ext>
            </a:extLst>
          </p:cNvPr>
          <p:cNvSpPr txBox="1"/>
          <p:nvPr userDrawn="1"/>
        </p:nvSpPr>
        <p:spPr>
          <a:xfrm>
            <a:off x="11745903" y="6372030"/>
            <a:ext cx="63917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9">
                <a:solidFill>
                  <a:srgbClr val="031240"/>
                </a:solidFill>
                <a:latin typeface="Arial"/>
                <a:cs typeface="Arial"/>
              </a:rPr>
              <a:t>4</a:t>
            </a:r>
            <a:endParaRPr sz="879"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EA46997-5AE0-435C-97CD-F54FEBD8EFDA}"/>
              </a:ext>
            </a:extLst>
          </p:cNvPr>
          <p:cNvSpPr/>
          <p:nvPr userDrawn="1"/>
        </p:nvSpPr>
        <p:spPr>
          <a:xfrm>
            <a:off x="-415" y="-3575"/>
            <a:ext cx="5950800" cy="6857615"/>
          </a:xfrm>
          <a:custGeom>
            <a:avLst/>
            <a:gdLst/>
            <a:ahLst/>
            <a:cxnLst/>
            <a:rect l="l" t="t" r="r" b="b"/>
            <a:pathLst>
              <a:path w="9801225" h="11308715">
                <a:moveTo>
                  <a:pt x="0" y="11308556"/>
                </a:moveTo>
                <a:lnTo>
                  <a:pt x="9800748" y="11308556"/>
                </a:lnTo>
                <a:lnTo>
                  <a:pt x="9800748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09217DF-F038-4F0F-9818-EE0448B0250A}"/>
              </a:ext>
            </a:extLst>
          </p:cNvPr>
          <p:cNvSpPr/>
          <p:nvPr userDrawn="1"/>
        </p:nvSpPr>
        <p:spPr>
          <a:xfrm>
            <a:off x="5932762" y="2"/>
            <a:ext cx="6299180" cy="6857615"/>
          </a:xfrm>
          <a:custGeom>
            <a:avLst/>
            <a:gdLst/>
            <a:ahLst/>
            <a:cxnLst/>
            <a:rect l="l" t="t" r="r" b="b"/>
            <a:pathLst>
              <a:path w="10287635" h="11308715">
                <a:moveTo>
                  <a:pt x="0" y="11308556"/>
                </a:moveTo>
                <a:lnTo>
                  <a:pt x="10287634" y="11308556"/>
                </a:lnTo>
                <a:lnTo>
                  <a:pt x="1028763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8EB74EF3-E3A2-4174-B299-5059387CBADD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78976879-373C-46D9-8480-394CF2736375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55AEE10D-189C-444C-9885-0CAFEED7962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0F7695F-0A81-44DE-81BD-3EDE73B67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7147" y="1701352"/>
            <a:ext cx="3485706" cy="1958689"/>
          </a:xfrm>
          <a:prstGeom prst="rect">
            <a:avLst/>
          </a:prstGeom>
        </p:spPr>
        <p:txBody>
          <a:bodyPr/>
          <a:lstStyle>
            <a:lvl1pPr>
              <a:defRPr sz="3002"/>
            </a:lvl1pPr>
          </a:lstStyle>
          <a:p>
            <a:r>
              <a:rPr lang="pt-BR"/>
              <a:t>Clique para adicionar um título</a:t>
            </a:r>
          </a:p>
        </p:txBody>
      </p:sp>
      <p:sp>
        <p:nvSpPr>
          <p:cNvPr id="15" name="Espaço Reservado para Imagem 6">
            <a:extLst>
              <a:ext uri="{FF2B5EF4-FFF2-40B4-BE49-F238E27FC236}">
                <a16:creationId xmlns:a16="http://schemas.microsoft.com/office/drawing/2014/main" id="{C44E660A-59A9-4DC0-9189-6B43C43FB6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00313" y="1805728"/>
            <a:ext cx="7155337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7" name="Holder 3">
            <a:extLst>
              <a:ext uri="{FF2B5EF4-FFF2-40B4-BE49-F238E27FC236}">
                <a16:creationId xmlns:a16="http://schemas.microsoft.com/office/drawing/2014/main" id="{E313AC99-5898-4729-864F-341E5A1F569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77148" y="4724777"/>
            <a:ext cx="3469219" cy="503207"/>
          </a:xfrm>
          <a:prstGeom prst="rect">
            <a:avLst/>
          </a:prstGeom>
        </p:spPr>
        <p:txBody>
          <a:bodyPr/>
          <a:lstStyle>
            <a:lvl1pPr>
              <a:defRPr sz="1800" i="0"/>
            </a:lvl1pPr>
          </a:lstStyle>
          <a:p>
            <a:pPr lvl="0"/>
            <a:endParaRPr/>
          </a:p>
        </p:txBody>
      </p:sp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92D05A7C-CE13-C06E-7F22-DA8048792F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7147" y="6245000"/>
            <a:ext cx="1803450" cy="255270"/>
          </a:xfrm>
          <a:prstGeom prst="rect">
            <a:avLst/>
          </a:prstGeom>
        </p:spPr>
        <p:txBody>
          <a:bodyPr/>
          <a:lstStyle>
            <a:lvl1pPr>
              <a:defRPr sz="1400" i="0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Local e data</a:t>
            </a: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43B7EBBF-068B-6302-4DA8-C99A0AAFAA98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3207656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524" y="3"/>
            <a:ext cx="12171546" cy="6857615"/>
          </a:xfrm>
          <a:custGeom>
            <a:avLst/>
            <a:gdLst/>
            <a:ahLst/>
            <a:cxnLst/>
            <a:rect l="l" t="t" r="r" b="b"/>
            <a:pathLst>
              <a:path w="20072985" h="11308715">
                <a:moveTo>
                  <a:pt x="0" y="11308556"/>
                </a:moveTo>
                <a:lnTo>
                  <a:pt x="20072687" y="11308556"/>
                </a:lnTo>
                <a:lnTo>
                  <a:pt x="2007268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B7B4F426-18FB-4FB5-1D33-C5BB8E9DEBD3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520BC1F9-D5B9-65A1-BC05-F954676F2B89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4" name="object 19">
            <a:extLst>
              <a:ext uri="{FF2B5EF4-FFF2-40B4-BE49-F238E27FC236}">
                <a16:creationId xmlns:a16="http://schemas.microsoft.com/office/drawing/2014/main" id="{43FBE1A8-5A06-475E-6452-5C6E2A69277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BA7E3D0-EAFA-91B2-8810-479DCC857B87}"/>
              </a:ext>
            </a:extLst>
          </p:cNvPr>
          <p:cNvSpPr/>
          <p:nvPr userDrawn="1"/>
        </p:nvSpPr>
        <p:spPr>
          <a:xfrm>
            <a:off x="7453931" y="3"/>
            <a:ext cx="4736483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>
              <a:latin typeface="Arial" panose="020B0604020202020204" pitchFamily="34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8482" y="2250719"/>
            <a:ext cx="9653447" cy="368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rgbClr val="011240"/>
                </a:solidFill>
              </a:defRPr>
            </a:lvl1pPr>
          </a:lstStyle>
          <a:p>
            <a:endParaRPr/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93E2D43D-CC40-4919-B4BF-A6E84E9D600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89889" y="5046271"/>
            <a:ext cx="8533289" cy="2752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89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E6E0A74E-718F-D322-3F53-01BEE00E58A5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682F769-FCB2-0B66-76CA-99903F2CF1A7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1907916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-126184" y="2"/>
            <a:ext cx="12448236" cy="6857615"/>
          </a:xfrm>
          <a:custGeom>
            <a:avLst/>
            <a:gdLst/>
            <a:ahLst/>
            <a:cxnLst/>
            <a:rect l="l" t="t" r="r" b="b"/>
            <a:pathLst>
              <a:path w="20072985" h="11308715">
                <a:moveTo>
                  <a:pt x="0" y="11308556"/>
                </a:moveTo>
                <a:lnTo>
                  <a:pt x="20072687" y="11308556"/>
                </a:lnTo>
                <a:lnTo>
                  <a:pt x="2007268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93E2D43D-CC40-4919-B4BF-A6E84E9D600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89889" y="5046273"/>
            <a:ext cx="85332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962A5734-E3B2-A250-BD3D-DB414B40F1E9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1" name="object 37">
              <a:extLst>
                <a:ext uri="{FF2B5EF4-FFF2-40B4-BE49-F238E27FC236}">
                  <a16:creationId xmlns:a16="http://schemas.microsoft.com/office/drawing/2014/main" id="{A34C334C-D977-BFD1-810E-7DC68D5B61BF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E42652EA-69DF-D447-E8DD-E883D9B09EF4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5">
              <a:extLst>
                <a:ext uri="{FF2B5EF4-FFF2-40B4-BE49-F238E27FC236}">
                  <a16:creationId xmlns:a16="http://schemas.microsoft.com/office/drawing/2014/main" id="{62D2B09D-4BCE-18A4-F08E-84522184AEAC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38">
              <a:extLst>
                <a:ext uri="{FF2B5EF4-FFF2-40B4-BE49-F238E27FC236}">
                  <a16:creationId xmlns:a16="http://schemas.microsoft.com/office/drawing/2014/main" id="{BA27BAD9-49F1-01E8-3AFA-06A920093677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39">
              <a:extLst>
                <a:ext uri="{FF2B5EF4-FFF2-40B4-BE49-F238E27FC236}">
                  <a16:creationId xmlns:a16="http://schemas.microsoft.com/office/drawing/2014/main" id="{1A8016B7-9EFC-6E92-C340-47F38A008D26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40">
              <a:extLst>
                <a:ext uri="{FF2B5EF4-FFF2-40B4-BE49-F238E27FC236}">
                  <a16:creationId xmlns:a16="http://schemas.microsoft.com/office/drawing/2014/main" id="{22829E8C-90A3-A071-9463-5ECDDF4EC926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41">
              <a:extLst>
                <a:ext uri="{FF2B5EF4-FFF2-40B4-BE49-F238E27FC236}">
                  <a16:creationId xmlns:a16="http://schemas.microsoft.com/office/drawing/2014/main" id="{9D68A21C-9D8D-B454-A88E-6C302562C258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5644B052-CCFC-4124-FB99-750C1BA5535C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46">
              <a:extLst>
                <a:ext uri="{FF2B5EF4-FFF2-40B4-BE49-F238E27FC236}">
                  <a16:creationId xmlns:a16="http://schemas.microsoft.com/office/drawing/2014/main" id="{F8E6C644-2EAB-415A-6B8F-7F2AB70426C0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47">
              <a:extLst>
                <a:ext uri="{FF2B5EF4-FFF2-40B4-BE49-F238E27FC236}">
                  <a16:creationId xmlns:a16="http://schemas.microsoft.com/office/drawing/2014/main" id="{294543C6-923A-F8E8-DD34-F90CF4EE6693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309F6CD7-7190-BD38-5099-54708118B799}"/>
              </a:ext>
            </a:extLst>
          </p:cNvPr>
          <p:cNvGrpSpPr/>
          <p:nvPr userDrawn="1"/>
        </p:nvGrpSpPr>
        <p:grpSpPr>
          <a:xfrm>
            <a:off x="12443857" y="70219"/>
            <a:ext cx="1048734" cy="4015188"/>
            <a:chOff x="12443856" y="70219"/>
            <a:chExt cx="1048734" cy="4015188"/>
          </a:xfrm>
        </p:grpSpPr>
        <p:sp>
          <p:nvSpPr>
            <p:cNvPr id="42" name="object 37">
              <a:extLst>
                <a:ext uri="{FF2B5EF4-FFF2-40B4-BE49-F238E27FC236}">
                  <a16:creationId xmlns:a16="http://schemas.microsoft.com/office/drawing/2014/main" id="{8EF95287-F932-F5D8-F45A-A3A50CEB6623}"/>
                </a:ext>
              </a:extLst>
            </p:cNvPr>
            <p:cNvSpPr/>
            <p:nvPr userDrawn="1"/>
          </p:nvSpPr>
          <p:spPr>
            <a:xfrm>
              <a:off x="12443856" y="70219"/>
              <a:ext cx="1042969" cy="691921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BD9CDCB8-C8EA-9785-17DE-1201B8761525}"/>
                </a:ext>
              </a:extLst>
            </p:cNvPr>
            <p:cNvSpPr/>
            <p:nvPr userDrawn="1"/>
          </p:nvSpPr>
          <p:spPr>
            <a:xfrm>
              <a:off x="12443856" y="1568623"/>
              <a:ext cx="1048734" cy="691921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4" name="object 45">
              <a:extLst>
                <a:ext uri="{FF2B5EF4-FFF2-40B4-BE49-F238E27FC236}">
                  <a16:creationId xmlns:a16="http://schemas.microsoft.com/office/drawing/2014/main" id="{AAA83E7D-2461-6267-2467-9DDF4327456A}"/>
                </a:ext>
              </a:extLst>
            </p:cNvPr>
            <p:cNvSpPr/>
            <p:nvPr userDrawn="1"/>
          </p:nvSpPr>
          <p:spPr>
            <a:xfrm>
              <a:off x="12443856" y="2929916"/>
              <a:ext cx="1042968" cy="691921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38">
              <a:extLst>
                <a:ext uri="{FF2B5EF4-FFF2-40B4-BE49-F238E27FC236}">
                  <a16:creationId xmlns:a16="http://schemas.microsoft.com/office/drawing/2014/main" id="{1E98B656-F9AD-B293-D7F0-E6A2BBFCAF34}"/>
                </a:ext>
              </a:extLst>
            </p:cNvPr>
            <p:cNvSpPr/>
            <p:nvPr userDrawn="1"/>
          </p:nvSpPr>
          <p:spPr>
            <a:xfrm>
              <a:off x="12443856" y="839526"/>
              <a:ext cx="299952" cy="35776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6" name="object 39">
              <a:extLst>
                <a:ext uri="{FF2B5EF4-FFF2-40B4-BE49-F238E27FC236}">
                  <a16:creationId xmlns:a16="http://schemas.microsoft.com/office/drawing/2014/main" id="{7BC9C5AC-D8D2-EA2E-2568-515D23D999B6}"/>
                </a:ext>
              </a:extLst>
            </p:cNvPr>
            <p:cNvSpPr/>
            <p:nvPr userDrawn="1"/>
          </p:nvSpPr>
          <p:spPr>
            <a:xfrm>
              <a:off x="12815364" y="834496"/>
              <a:ext cx="299952" cy="357762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7" name="object 40">
              <a:extLst>
                <a:ext uri="{FF2B5EF4-FFF2-40B4-BE49-F238E27FC236}">
                  <a16:creationId xmlns:a16="http://schemas.microsoft.com/office/drawing/2014/main" id="{0BA33AF4-C52F-83EB-1A4B-BCC659748918}"/>
                </a:ext>
              </a:extLst>
            </p:cNvPr>
            <p:cNvSpPr/>
            <p:nvPr userDrawn="1"/>
          </p:nvSpPr>
          <p:spPr>
            <a:xfrm>
              <a:off x="13186873" y="834496"/>
              <a:ext cx="299952" cy="357762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8" name="object 41">
              <a:extLst>
                <a:ext uri="{FF2B5EF4-FFF2-40B4-BE49-F238E27FC236}">
                  <a16:creationId xmlns:a16="http://schemas.microsoft.com/office/drawing/2014/main" id="{2DEFED66-5082-3E83-0F05-4F915B78FA93}"/>
                </a:ext>
              </a:extLst>
            </p:cNvPr>
            <p:cNvSpPr/>
            <p:nvPr userDrawn="1"/>
          </p:nvSpPr>
          <p:spPr>
            <a:xfrm>
              <a:off x="12443856" y="2365397"/>
              <a:ext cx="458525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9" name="object 41">
              <a:extLst>
                <a:ext uri="{FF2B5EF4-FFF2-40B4-BE49-F238E27FC236}">
                  <a16:creationId xmlns:a16="http://schemas.microsoft.com/office/drawing/2014/main" id="{2A161DA6-FDAA-F937-180A-06A919040C21}"/>
                </a:ext>
              </a:extLst>
            </p:cNvPr>
            <p:cNvSpPr/>
            <p:nvPr userDrawn="1"/>
          </p:nvSpPr>
          <p:spPr>
            <a:xfrm>
              <a:off x="13029625" y="2365397"/>
              <a:ext cx="457200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0" name="object 46">
              <a:extLst>
                <a:ext uri="{FF2B5EF4-FFF2-40B4-BE49-F238E27FC236}">
                  <a16:creationId xmlns:a16="http://schemas.microsoft.com/office/drawing/2014/main" id="{E4212A7A-81D3-60CD-DC3C-149E36F4F4CA}"/>
                </a:ext>
              </a:extLst>
            </p:cNvPr>
            <p:cNvSpPr/>
            <p:nvPr userDrawn="1"/>
          </p:nvSpPr>
          <p:spPr>
            <a:xfrm>
              <a:off x="12443856" y="3729007"/>
              <a:ext cx="457200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1" name="object 47">
              <a:extLst>
                <a:ext uri="{FF2B5EF4-FFF2-40B4-BE49-F238E27FC236}">
                  <a16:creationId xmlns:a16="http://schemas.microsoft.com/office/drawing/2014/main" id="{B13678AE-7311-A5B8-4E90-C44CC7BC2995}"/>
                </a:ext>
              </a:extLst>
            </p:cNvPr>
            <p:cNvSpPr/>
            <p:nvPr userDrawn="1"/>
          </p:nvSpPr>
          <p:spPr>
            <a:xfrm>
              <a:off x="13029625" y="3729007"/>
              <a:ext cx="457200" cy="35640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2" name="object 17">
            <a:extLst>
              <a:ext uri="{FF2B5EF4-FFF2-40B4-BE49-F238E27FC236}">
                <a16:creationId xmlns:a16="http://schemas.microsoft.com/office/drawing/2014/main" id="{822B0B65-FA0A-BFE3-F879-91AA7F404B4C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18">
            <a:extLst>
              <a:ext uri="{FF2B5EF4-FFF2-40B4-BE49-F238E27FC236}">
                <a16:creationId xmlns:a16="http://schemas.microsoft.com/office/drawing/2014/main" id="{37C565A8-75E1-486F-DD6F-2142B7D08FE2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19">
            <a:extLst>
              <a:ext uri="{FF2B5EF4-FFF2-40B4-BE49-F238E27FC236}">
                <a16:creationId xmlns:a16="http://schemas.microsoft.com/office/drawing/2014/main" id="{56D8C16B-5F99-809D-70ED-7254DD4B76F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8482" y="2250719"/>
            <a:ext cx="965344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11240"/>
                </a:solidFill>
              </a:defRPr>
            </a:lvl1pPr>
          </a:lstStyle>
          <a:p>
            <a:endParaRPr/>
          </a:p>
        </p:txBody>
      </p:sp>
      <p:sp>
        <p:nvSpPr>
          <p:cNvPr id="59" name="object 9">
            <a:extLst>
              <a:ext uri="{FF2B5EF4-FFF2-40B4-BE49-F238E27FC236}">
                <a16:creationId xmlns:a16="http://schemas.microsoft.com/office/drawing/2014/main" id="{5FC33564-67CA-D7BE-1360-34F9CE594EE7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4B26C464-5E34-DB77-A8D3-71B604766E54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2347595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sór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D2286C-A2CC-5549-941D-551D8F7757DF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highlight>
                <a:srgbClr val="011240"/>
              </a:highlight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C05CB-34D6-8A43-9BDD-D08649AE2E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502F271F-0C9A-BF4A-B513-6E762D94777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10">
            <a:extLst>
              <a:ext uri="{FF2B5EF4-FFF2-40B4-BE49-F238E27FC236}">
                <a16:creationId xmlns:a16="http://schemas.microsoft.com/office/drawing/2014/main" id="{3E098B92-1780-7E47-9F35-7FEB3A057A7C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89942A0F-8984-5930-13F0-21D79CEEB8D5}"/>
              </a:ext>
            </a:extLst>
          </p:cNvPr>
          <p:cNvSpPr/>
          <p:nvPr userDrawn="1"/>
        </p:nvSpPr>
        <p:spPr>
          <a:xfrm>
            <a:off x="-21771" y="2377976"/>
            <a:ext cx="2569029" cy="497484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854FD091-5246-CD95-5FAC-83662A3C0A9D}"/>
              </a:ext>
            </a:extLst>
          </p:cNvPr>
          <p:cNvSpPr/>
          <p:nvPr userDrawn="1"/>
        </p:nvSpPr>
        <p:spPr>
          <a:xfrm>
            <a:off x="-21771" y="3283396"/>
            <a:ext cx="2569029" cy="497484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9549129-7D46-6FCA-F23B-807EB8DFF854}"/>
              </a:ext>
            </a:extLst>
          </p:cNvPr>
          <p:cNvSpPr/>
          <p:nvPr userDrawn="1"/>
        </p:nvSpPr>
        <p:spPr>
          <a:xfrm>
            <a:off x="8554901" y="5061921"/>
            <a:ext cx="3637100" cy="497484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G Haido Grotesk" panose="00000500000000000000" pitchFamily="50" charset="0"/>
            </a:endParaRPr>
          </a:p>
        </p:txBody>
      </p:sp>
      <p:sp>
        <p:nvSpPr>
          <p:cNvPr id="16" name="Retângulo com Canto Diagonal Aparado 13">
            <a:extLst>
              <a:ext uri="{FF2B5EF4-FFF2-40B4-BE49-F238E27FC236}">
                <a16:creationId xmlns:a16="http://schemas.microsoft.com/office/drawing/2014/main" id="{762B6785-89E5-BB0F-1FFA-A15C9AECD2A0}"/>
              </a:ext>
            </a:extLst>
          </p:cNvPr>
          <p:cNvSpPr/>
          <p:nvPr/>
        </p:nvSpPr>
        <p:spPr>
          <a:xfrm>
            <a:off x="8673691" y="4958840"/>
            <a:ext cx="2869292" cy="721715"/>
          </a:xfrm>
          <a:prstGeom prst="snip2DiagRect">
            <a:avLst/>
          </a:prstGeom>
          <a:noFill/>
          <a:ln>
            <a:noFill/>
          </a:ln>
          <a:effectLst>
            <a:outerShdw blurRad="50800" dist="38100" dir="4680000" sx="101000" sy="101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>
              <a:latin typeface="Arial" panose="020B0604020202020204" pitchFamily="34" charset="0"/>
              <a:ea typeface="TG Haido Grotesk" panose="00000500000000000000" pitchFamily="50" charset="0"/>
            </a:endParaRPr>
          </a:p>
        </p:txBody>
      </p:sp>
      <p:sp>
        <p:nvSpPr>
          <p:cNvPr id="19" name="Título 7">
            <a:extLst>
              <a:ext uri="{FF2B5EF4-FFF2-40B4-BE49-F238E27FC236}">
                <a16:creationId xmlns:a16="http://schemas.microsoft.com/office/drawing/2014/main" id="{E4E6FB3F-5DFF-1243-E4A7-C22CB558AFC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898531" y="2212668"/>
            <a:ext cx="8537557" cy="1325584"/>
          </a:xfrm>
          <a:prstGeom prst="rect">
            <a:avLst/>
          </a:prstGeom>
        </p:spPr>
        <p:txBody>
          <a:bodyPr/>
          <a:lstStyle>
            <a:lvl1pPr>
              <a:defRPr sz="4800" b="0"/>
            </a:lvl1pPr>
          </a:lstStyle>
          <a:p>
            <a:r>
              <a:rPr lang="pt-BR"/>
              <a:t>Aqui vai um título para divisória de assunto</a:t>
            </a:r>
          </a:p>
        </p:txBody>
      </p:sp>
      <p:sp>
        <p:nvSpPr>
          <p:cNvPr id="21" name="Título 7">
            <a:extLst>
              <a:ext uri="{FF2B5EF4-FFF2-40B4-BE49-F238E27FC236}">
                <a16:creationId xmlns:a16="http://schemas.microsoft.com/office/drawing/2014/main" id="{06E84D5F-7455-B631-1288-034128ADE013}"/>
              </a:ext>
            </a:extLst>
          </p:cNvPr>
          <p:cNvSpPr txBox="1">
            <a:spLocks/>
          </p:cNvSpPr>
          <p:nvPr userDrawn="1"/>
        </p:nvSpPr>
        <p:spPr>
          <a:xfrm>
            <a:off x="8554108" y="5061923"/>
            <a:ext cx="3637100" cy="497483"/>
          </a:xfrm>
          <a:prstGeom prst="rect">
            <a:avLst/>
          </a:prstGeom>
        </p:spPr>
        <p:txBody>
          <a:bodyPr/>
          <a:lstStyle>
            <a:lvl1pPr>
              <a:defRPr sz="4800" b="0" i="0" kern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pt-BR" sz="2800" b="1"/>
              <a:t>Subtítulo ou horário</a:t>
            </a: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9D772DDA-AFB1-D0A4-3373-F1C645F4AAE4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AF44D7E-3BE5-46C2-EB5A-D38BD9E61CE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6270471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q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CDFE1C-72F3-214E-8265-CBB2B38F2E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8B49287-EA81-6E4D-8E78-D5BF5723BF58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4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832C2499-F2E4-A243-9233-4E432AF5B22C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E9F2F7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0">
            <a:extLst>
              <a:ext uri="{FF2B5EF4-FFF2-40B4-BE49-F238E27FC236}">
                <a16:creationId xmlns:a16="http://schemas.microsoft.com/office/drawing/2014/main" id="{AB31DE73-D321-384A-A673-0BB7542267E5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E9F2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E9F2F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FA1C2B13-579B-1B0F-B700-2F1E79128711}"/>
              </a:ext>
            </a:extLst>
          </p:cNvPr>
          <p:cNvSpPr/>
          <p:nvPr userDrawn="1"/>
        </p:nvSpPr>
        <p:spPr>
          <a:xfrm>
            <a:off x="6376663" y="1219200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1C79416B-F692-9D00-ED75-200767D30C58}"/>
              </a:ext>
            </a:extLst>
          </p:cNvPr>
          <p:cNvSpPr/>
          <p:nvPr userDrawn="1"/>
        </p:nvSpPr>
        <p:spPr>
          <a:xfrm>
            <a:off x="6376663" y="2822801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65A6BF36-ECD6-B4D6-CE8B-24F80BA24E3B}"/>
              </a:ext>
            </a:extLst>
          </p:cNvPr>
          <p:cNvSpPr/>
          <p:nvPr userDrawn="1"/>
        </p:nvSpPr>
        <p:spPr>
          <a:xfrm>
            <a:off x="6334934" y="4361769"/>
            <a:ext cx="5901684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Título 7">
            <a:extLst>
              <a:ext uri="{FF2B5EF4-FFF2-40B4-BE49-F238E27FC236}">
                <a16:creationId xmlns:a16="http://schemas.microsoft.com/office/drawing/2014/main" id="{FD61DF27-3EA5-7E4A-9F48-E568228109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2148" y="2017884"/>
            <a:ext cx="7901610" cy="3100767"/>
          </a:xfrm>
          <a:prstGeom prst="rect">
            <a:avLst/>
          </a:prstGeom>
        </p:spPr>
        <p:txBody>
          <a:bodyPr/>
          <a:lstStyle>
            <a:lvl1pPr>
              <a:defRPr sz="4366" b="1">
                <a:solidFill>
                  <a:srgbClr val="031240"/>
                </a:solidFill>
              </a:defRPr>
            </a:lvl1pPr>
          </a:lstStyle>
          <a:p>
            <a:r>
              <a:rPr lang="pt-BR"/>
              <a:t>Aqui vai uma frase de destaque na apresentação</a:t>
            </a: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00988E61-A2F0-59DD-2522-CBEE9E27D1E0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A463AC2-0F75-CB2D-2E7F-B99D29D2CCFA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13259765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staq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9BF835E5-F7A7-43F3-9F3B-984D2E4F0DCA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0">
            <a:extLst>
              <a:ext uri="{FF2B5EF4-FFF2-40B4-BE49-F238E27FC236}">
                <a16:creationId xmlns:a16="http://schemas.microsoft.com/office/drawing/2014/main" id="{4B6FD585-6CF6-484F-A337-3A8E91DBFEAE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B1EFE6F3-0BE2-1589-8DB7-E25F8FCFA0DC}"/>
              </a:ext>
            </a:extLst>
          </p:cNvPr>
          <p:cNvSpPr/>
          <p:nvPr userDrawn="1"/>
        </p:nvSpPr>
        <p:spPr>
          <a:xfrm>
            <a:off x="6376663" y="1219200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370F4C36-EDCC-6BF2-8428-9607051A372A}"/>
              </a:ext>
            </a:extLst>
          </p:cNvPr>
          <p:cNvSpPr/>
          <p:nvPr userDrawn="1"/>
        </p:nvSpPr>
        <p:spPr>
          <a:xfrm>
            <a:off x="6376663" y="2822801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A98F93FD-D917-E650-F871-C003CC59EC38}"/>
              </a:ext>
            </a:extLst>
          </p:cNvPr>
          <p:cNvSpPr/>
          <p:nvPr userDrawn="1"/>
        </p:nvSpPr>
        <p:spPr>
          <a:xfrm>
            <a:off x="6334934" y="4361769"/>
            <a:ext cx="5901684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Título 7">
            <a:extLst>
              <a:ext uri="{FF2B5EF4-FFF2-40B4-BE49-F238E27FC236}">
                <a16:creationId xmlns:a16="http://schemas.microsoft.com/office/drawing/2014/main" id="{02AE1F9D-BBCB-1C59-4611-11850F655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2148" y="2017884"/>
            <a:ext cx="7901610" cy="3100767"/>
          </a:xfrm>
          <a:prstGeom prst="rect">
            <a:avLst/>
          </a:prstGeom>
        </p:spPr>
        <p:txBody>
          <a:bodyPr/>
          <a:lstStyle>
            <a:lvl1pPr>
              <a:defRPr sz="4366" b="1">
                <a:solidFill>
                  <a:srgbClr val="031240"/>
                </a:solidFill>
              </a:defRPr>
            </a:lvl1pPr>
          </a:lstStyle>
          <a:p>
            <a:r>
              <a:rPr lang="pt-BR"/>
              <a:t>Aqui vai uma frase de destaque na apresentação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5695E731-BFFD-3D23-B619-32E772F571B0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26" name="object 37">
              <a:extLst>
                <a:ext uri="{FF2B5EF4-FFF2-40B4-BE49-F238E27FC236}">
                  <a16:creationId xmlns:a16="http://schemas.microsoft.com/office/drawing/2014/main" id="{0AD3F681-7997-DBB7-7B9F-9B97CEADE38D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7" name="object 41">
              <a:extLst>
                <a:ext uri="{FF2B5EF4-FFF2-40B4-BE49-F238E27FC236}">
                  <a16:creationId xmlns:a16="http://schemas.microsoft.com/office/drawing/2014/main" id="{A8A98DC8-BE78-6B8F-30EB-BE2445A6EA3C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8" name="object 45">
              <a:extLst>
                <a:ext uri="{FF2B5EF4-FFF2-40B4-BE49-F238E27FC236}">
                  <a16:creationId xmlns:a16="http://schemas.microsoft.com/office/drawing/2014/main" id="{72B2B42B-C968-0574-D9B9-138799AE320B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9" name="object 38">
              <a:extLst>
                <a:ext uri="{FF2B5EF4-FFF2-40B4-BE49-F238E27FC236}">
                  <a16:creationId xmlns:a16="http://schemas.microsoft.com/office/drawing/2014/main" id="{E5FDF306-25A1-1995-5D32-530A448BB34F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39">
              <a:extLst>
                <a:ext uri="{FF2B5EF4-FFF2-40B4-BE49-F238E27FC236}">
                  <a16:creationId xmlns:a16="http://schemas.microsoft.com/office/drawing/2014/main" id="{22E7466E-C881-FEDF-C047-D87510FA02D7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object 40">
              <a:extLst>
                <a:ext uri="{FF2B5EF4-FFF2-40B4-BE49-F238E27FC236}">
                  <a16:creationId xmlns:a16="http://schemas.microsoft.com/office/drawing/2014/main" id="{BF37DCBF-C5E0-973E-7F4A-655157084CB9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388FF520-AB2F-CB42-1DF1-AC920EA54EA9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33" name="object 41">
              <a:extLst>
                <a:ext uri="{FF2B5EF4-FFF2-40B4-BE49-F238E27FC236}">
                  <a16:creationId xmlns:a16="http://schemas.microsoft.com/office/drawing/2014/main" id="{7230550A-AF81-8D3D-65C8-2BBEDA6EE7F6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46">
              <a:extLst>
                <a:ext uri="{FF2B5EF4-FFF2-40B4-BE49-F238E27FC236}">
                  <a16:creationId xmlns:a16="http://schemas.microsoft.com/office/drawing/2014/main" id="{F6C47AA6-B156-92BE-DEA3-451EB25FDFEC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47">
              <a:extLst>
                <a:ext uri="{FF2B5EF4-FFF2-40B4-BE49-F238E27FC236}">
                  <a16:creationId xmlns:a16="http://schemas.microsoft.com/office/drawing/2014/main" id="{7171BF94-46F5-C91E-DEC4-71644F3C9767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1E143BF8-A68E-5E0C-FDDE-B230E5619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D6B612F-CF90-BAB6-26DE-115C9284A85D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24023E43-FE63-10CA-060A-590A100171E5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42831495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q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D2286C-A2CC-5549-941D-551D8F7757DF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highlight>
                <a:srgbClr val="011240"/>
              </a:highlight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C05CB-34D6-8A43-9BDD-D08649AE2E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502F271F-0C9A-BF4A-B513-6E762D94777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10">
            <a:extLst>
              <a:ext uri="{FF2B5EF4-FFF2-40B4-BE49-F238E27FC236}">
                <a16:creationId xmlns:a16="http://schemas.microsoft.com/office/drawing/2014/main" id="{3E098B92-1780-7E47-9F35-7FEB3A057A7C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558B3EFF-70A4-D822-C63C-CE11CC41383C}"/>
              </a:ext>
            </a:extLst>
          </p:cNvPr>
          <p:cNvSpPr/>
          <p:nvPr userDrawn="1"/>
        </p:nvSpPr>
        <p:spPr>
          <a:xfrm>
            <a:off x="6376663" y="1219200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B68B795A-DD93-4FFC-56C9-21796F5054A1}"/>
              </a:ext>
            </a:extLst>
          </p:cNvPr>
          <p:cNvSpPr/>
          <p:nvPr userDrawn="1"/>
        </p:nvSpPr>
        <p:spPr>
          <a:xfrm>
            <a:off x="6376663" y="2822801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E57CA763-C766-B2A4-286D-B6349450C1F6}"/>
              </a:ext>
            </a:extLst>
          </p:cNvPr>
          <p:cNvSpPr/>
          <p:nvPr userDrawn="1"/>
        </p:nvSpPr>
        <p:spPr>
          <a:xfrm>
            <a:off x="6334934" y="4361769"/>
            <a:ext cx="5901684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Título 7">
            <a:extLst>
              <a:ext uri="{FF2B5EF4-FFF2-40B4-BE49-F238E27FC236}">
                <a16:creationId xmlns:a16="http://schemas.microsoft.com/office/drawing/2014/main" id="{EE8C1123-E58E-65FF-5E1F-D99B40813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2148" y="2017884"/>
            <a:ext cx="7901610" cy="3100767"/>
          </a:xfrm>
          <a:prstGeom prst="rect">
            <a:avLst/>
          </a:prstGeom>
        </p:spPr>
        <p:txBody>
          <a:bodyPr/>
          <a:lstStyle>
            <a:lvl1pPr>
              <a:defRPr sz="4366" b="1">
                <a:solidFill>
                  <a:srgbClr val="031240"/>
                </a:solidFill>
              </a:defRPr>
            </a:lvl1pPr>
          </a:lstStyle>
          <a:p>
            <a:r>
              <a:rPr lang="pt-BR"/>
              <a:t>Aqui vai uma frase de destaque na apresentação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2CBB2F37-8C5B-AD4E-54BA-92A00FE02B23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E006F64-7F69-CEAA-151A-A4F932C6EDD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0802062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epoimen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EEF9D2F6-8F9A-47D5-9D02-9CC47FFD228F}"/>
              </a:ext>
            </a:extLst>
          </p:cNvPr>
          <p:cNvSpPr txBox="1"/>
          <p:nvPr userDrawn="1"/>
        </p:nvSpPr>
        <p:spPr>
          <a:xfrm>
            <a:off x="11682342" y="6372030"/>
            <a:ext cx="127449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6">
                <a:solidFill>
                  <a:srgbClr val="031240"/>
                </a:solidFill>
                <a:latin typeface="Arial"/>
                <a:cs typeface="Arial"/>
              </a:rPr>
              <a:t>19</a:t>
            </a:r>
            <a:endParaRPr sz="879">
              <a:latin typeface="Arial"/>
              <a:cs typeface="Arial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F1DF6984-9D1D-419B-B13D-FC18D36D9461}"/>
              </a:ext>
            </a:extLst>
          </p:cNvPr>
          <p:cNvSpPr/>
          <p:nvPr userDrawn="1"/>
        </p:nvSpPr>
        <p:spPr>
          <a:xfrm>
            <a:off x="0" y="380973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DDDE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A8BD690-9DF0-464C-BCA2-5D5782638305}"/>
              </a:ext>
            </a:extLst>
          </p:cNvPr>
          <p:cNvSpPr/>
          <p:nvPr userDrawn="1"/>
        </p:nvSpPr>
        <p:spPr>
          <a:xfrm>
            <a:off x="0" y="2"/>
            <a:ext cx="3561634" cy="6857615"/>
          </a:xfrm>
          <a:custGeom>
            <a:avLst/>
            <a:gdLst/>
            <a:ahLst/>
            <a:cxnLst/>
            <a:rect l="l" t="t" r="r" b="b"/>
            <a:pathLst>
              <a:path w="5873750" h="11308715">
                <a:moveTo>
                  <a:pt x="0" y="11308556"/>
                </a:moveTo>
                <a:lnTo>
                  <a:pt x="5873297" y="11308556"/>
                </a:lnTo>
                <a:lnTo>
                  <a:pt x="587329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Espaço Reservado para Texto 4">
            <a:extLst>
              <a:ext uri="{FF2B5EF4-FFF2-40B4-BE49-F238E27FC236}">
                <a16:creationId xmlns:a16="http://schemas.microsoft.com/office/drawing/2014/main" id="{6D2B1A09-CF32-4DE5-BB2E-5621FC8BD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68445" y="713970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conteúdo</a:t>
            </a: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318BE29-D230-4ABE-B744-0EF562D272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DEDB108-28E6-1171-B8C8-7F51B649D157}"/>
              </a:ext>
            </a:extLst>
          </p:cNvPr>
          <p:cNvSpPr/>
          <p:nvPr userDrawn="1"/>
        </p:nvSpPr>
        <p:spPr>
          <a:xfrm>
            <a:off x="0" y="3489631"/>
            <a:ext cx="2768601" cy="270000"/>
          </a:xfrm>
          <a:prstGeom prst="rect">
            <a:avLst/>
          </a:prstGeom>
          <a:solidFill>
            <a:srgbClr val="E5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B607B1E-4AA6-AD17-5441-49FC6D0339A0}"/>
              </a:ext>
            </a:extLst>
          </p:cNvPr>
          <p:cNvSpPr/>
          <p:nvPr userDrawn="1"/>
        </p:nvSpPr>
        <p:spPr>
          <a:xfrm>
            <a:off x="-1" y="2880108"/>
            <a:ext cx="3172247" cy="270000"/>
          </a:xfrm>
          <a:prstGeom prst="rect">
            <a:avLst/>
          </a:prstGeom>
          <a:solidFill>
            <a:srgbClr val="E5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30" name="Espaço Reservado para Texto 4">
            <a:extLst>
              <a:ext uri="{FF2B5EF4-FFF2-40B4-BE49-F238E27FC236}">
                <a16:creationId xmlns:a16="http://schemas.microsoft.com/office/drawing/2014/main" id="{4ED0578B-A33B-270D-8238-56BCCFD5D3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3595" y="2756444"/>
            <a:ext cx="3529201" cy="1058688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32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adicionar um título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40D94922-96F8-C5EA-D7CF-A5279F30ED3D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CFAB35DD-9B7E-7FE9-A4C0-8E55FDE2E26F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1">
              <a:extLst>
                <a:ext uri="{FF2B5EF4-FFF2-40B4-BE49-F238E27FC236}">
                  <a16:creationId xmlns:a16="http://schemas.microsoft.com/office/drawing/2014/main" id="{20CABD55-7E9B-DC8C-5F48-577B8BB0B4A4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45">
              <a:extLst>
                <a:ext uri="{FF2B5EF4-FFF2-40B4-BE49-F238E27FC236}">
                  <a16:creationId xmlns:a16="http://schemas.microsoft.com/office/drawing/2014/main" id="{103D72FD-F6C7-6084-CD5F-E1159C2E8D7E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7D145F17-594A-F6B6-D76F-C41006CA4CFA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94292B40-AECE-A03B-54F6-04B7D89706B6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91DF8D5B-F384-4620-6B92-F6572D45ED96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65D3540B-97E6-3959-048D-17A54361C586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6E42A48E-1A94-9D03-B3EF-20A507AB0D44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46">
              <a:extLst>
                <a:ext uri="{FF2B5EF4-FFF2-40B4-BE49-F238E27FC236}">
                  <a16:creationId xmlns:a16="http://schemas.microsoft.com/office/drawing/2014/main" id="{D3565772-6031-20ED-13EE-DF3E7799A4B7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6" name="object 47">
              <a:extLst>
                <a:ext uri="{FF2B5EF4-FFF2-40B4-BE49-F238E27FC236}">
                  <a16:creationId xmlns:a16="http://schemas.microsoft.com/office/drawing/2014/main" id="{B0399AE9-A1B9-8FDB-05F9-842140FAE819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3" name="object 9">
            <a:extLst>
              <a:ext uri="{FF2B5EF4-FFF2-40B4-BE49-F238E27FC236}">
                <a16:creationId xmlns:a16="http://schemas.microsoft.com/office/drawing/2014/main" id="{2DE08285-2209-DF33-FC4D-E747C5DEFF2F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07D99D0-85F6-F1B6-1415-7348263A2BB8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6510800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2">
            <a:extLst>
              <a:ext uri="{FF2B5EF4-FFF2-40B4-BE49-F238E27FC236}">
                <a16:creationId xmlns:a16="http://schemas.microsoft.com/office/drawing/2014/main" id="{38937110-74AF-495D-9A71-2EB0AEF037DD}"/>
              </a:ext>
            </a:extLst>
          </p:cNvPr>
          <p:cNvSpPr/>
          <p:nvPr userDrawn="1"/>
        </p:nvSpPr>
        <p:spPr>
          <a:xfrm>
            <a:off x="1" y="9628"/>
            <a:ext cx="12208835" cy="685092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8C1980BF-F06B-49AF-847E-340A634F01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289" y="3252815"/>
            <a:ext cx="3129837" cy="352375"/>
          </a:xfrm>
          <a:prstGeom prst="rect">
            <a:avLst/>
          </a:prstGeom>
        </p:spPr>
      </p:pic>
      <p:sp>
        <p:nvSpPr>
          <p:cNvPr id="5" name="object 16">
            <a:extLst>
              <a:ext uri="{FF2B5EF4-FFF2-40B4-BE49-F238E27FC236}">
                <a16:creationId xmlns:a16="http://schemas.microsoft.com/office/drawing/2014/main" id="{D427597C-FD23-8F0F-0A64-D171DADFCF37}"/>
              </a:ext>
            </a:extLst>
          </p:cNvPr>
          <p:cNvSpPr txBox="1"/>
          <p:nvPr userDrawn="1"/>
        </p:nvSpPr>
        <p:spPr>
          <a:xfrm>
            <a:off x="9909709" y="5806878"/>
            <a:ext cx="1681861" cy="551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0">
              <a:lnSpc>
                <a:spcPts val="1383"/>
              </a:lnSpc>
            </a:pPr>
            <a:r>
              <a:rPr lang="pt-BR" sz="1182" spc="-30" noProof="0">
                <a:solidFill>
                  <a:srgbClr val="031240"/>
                </a:solidFill>
                <a:latin typeface="Arial"/>
                <a:cs typeface="Arial"/>
              </a:rPr>
              <a:t>Av.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Ibirapuera,</a:t>
            </a:r>
            <a:r>
              <a:rPr lang="pt-BR" sz="1182" spc="27" noProof="0">
                <a:solidFill>
                  <a:srgbClr val="031240"/>
                </a:solidFill>
                <a:latin typeface="Arial"/>
                <a:cs typeface="Arial"/>
              </a:rPr>
              <a:t>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1753</a:t>
            </a:r>
            <a:endParaRPr lang="pt-BR" sz="1182" noProof="0">
              <a:latin typeface="Arial"/>
              <a:cs typeface="Arial"/>
            </a:endParaRPr>
          </a:p>
          <a:p>
            <a:pPr marL="7700" marR="3081">
              <a:lnSpc>
                <a:spcPct val="105700"/>
              </a:lnSpc>
            </a:pP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18° </a:t>
            </a:r>
            <a:r>
              <a:rPr lang="pt-BR" sz="1182" spc="3" noProof="0">
                <a:solidFill>
                  <a:srgbClr val="031240"/>
                </a:solidFill>
                <a:latin typeface="Arial"/>
                <a:cs typeface="Arial"/>
              </a:rPr>
              <a:t>andar -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 </a:t>
            </a: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Moema, </a:t>
            </a:r>
          </a:p>
          <a:p>
            <a:pPr marL="7700" marR="3081">
              <a:lnSpc>
                <a:spcPct val="105700"/>
              </a:lnSpc>
            </a:pP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São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Paulo/</a:t>
            </a: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SP</a:t>
            </a:r>
            <a:endParaRPr lang="pt-BR" sz="1182" noProof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1113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capa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1B7783BB-038F-4D52-8201-D329C485C2B8}"/>
              </a:ext>
            </a:extLst>
          </p:cNvPr>
          <p:cNvSpPr/>
          <p:nvPr userDrawn="1"/>
        </p:nvSpPr>
        <p:spPr>
          <a:xfrm>
            <a:off x="1" y="2"/>
            <a:ext cx="12208835" cy="685092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FB9D0B15-92D3-40DA-A6E4-2F5F016FCA86}"/>
              </a:ext>
            </a:extLst>
          </p:cNvPr>
          <p:cNvSpPr txBox="1"/>
          <p:nvPr userDrawn="1"/>
        </p:nvSpPr>
        <p:spPr>
          <a:xfrm>
            <a:off x="9909709" y="5806878"/>
            <a:ext cx="1681861" cy="551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0">
              <a:lnSpc>
                <a:spcPts val="1383"/>
              </a:lnSpc>
            </a:pPr>
            <a:r>
              <a:rPr lang="pt-BR" sz="1182" spc="-30" noProof="0">
                <a:solidFill>
                  <a:srgbClr val="031240"/>
                </a:solidFill>
                <a:latin typeface="Arial"/>
                <a:cs typeface="Arial"/>
              </a:rPr>
              <a:t>Av.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Ibirapuera,</a:t>
            </a:r>
            <a:r>
              <a:rPr lang="pt-BR" sz="1182" spc="27" noProof="0">
                <a:solidFill>
                  <a:srgbClr val="031240"/>
                </a:solidFill>
                <a:latin typeface="Arial"/>
                <a:cs typeface="Arial"/>
              </a:rPr>
              <a:t>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1753</a:t>
            </a:r>
            <a:endParaRPr lang="pt-BR" sz="1182" noProof="0">
              <a:latin typeface="Arial"/>
              <a:cs typeface="Arial"/>
            </a:endParaRPr>
          </a:p>
          <a:p>
            <a:pPr marL="7700" marR="3081">
              <a:lnSpc>
                <a:spcPct val="105700"/>
              </a:lnSpc>
            </a:pP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18° </a:t>
            </a:r>
            <a:r>
              <a:rPr lang="pt-BR" sz="1182" spc="3" noProof="0">
                <a:solidFill>
                  <a:srgbClr val="031240"/>
                </a:solidFill>
                <a:latin typeface="Arial"/>
                <a:cs typeface="Arial"/>
              </a:rPr>
              <a:t>andar -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 </a:t>
            </a: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Moema, </a:t>
            </a:r>
          </a:p>
          <a:p>
            <a:pPr marL="7700" marR="3081">
              <a:lnSpc>
                <a:spcPct val="105700"/>
              </a:lnSpc>
            </a:pP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São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Paulo/</a:t>
            </a: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SP</a:t>
            </a:r>
            <a:endParaRPr lang="pt-BR" sz="1182" noProof="0">
              <a:latin typeface="Arial"/>
              <a:cs typeface="Arial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1DCB3467-94FA-48CD-8FEB-08A344969B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289" y="3252815"/>
            <a:ext cx="3129837" cy="35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410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CC1B3-7838-B145-816C-DA4514FF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30" y="364850"/>
            <a:ext cx="10513557" cy="132558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555120-E40F-BA46-9E60-E5B9568564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895F12-D9E1-9A49-B0A5-EF0A2BD1B455}"/>
              </a:ext>
            </a:extLst>
          </p:cNvPr>
          <p:cNvSpPr/>
          <p:nvPr userDrawn="1"/>
        </p:nvSpPr>
        <p:spPr>
          <a:xfrm>
            <a:off x="1" y="0"/>
            <a:ext cx="7739729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latin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915E6B-891C-A54B-B0FF-FB38E1A59D1B}"/>
              </a:ext>
            </a:extLst>
          </p:cNvPr>
          <p:cNvSpPr/>
          <p:nvPr userDrawn="1"/>
        </p:nvSpPr>
        <p:spPr>
          <a:xfrm>
            <a:off x="7739730" y="-175098"/>
            <a:ext cx="4450684" cy="7067855"/>
          </a:xfrm>
          <a:prstGeom prst="rect">
            <a:avLst/>
          </a:prstGeom>
          <a:solidFill>
            <a:srgbClr val="E4F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latin typeface="Arial" panose="020B0604020202020204" pitchFamily="34" charset="0"/>
            </a:endParaRPr>
          </a:p>
        </p:txBody>
      </p:sp>
      <p:cxnSp>
        <p:nvCxnSpPr>
          <p:cNvPr id="6" name="Straight Connector 15">
            <a:extLst>
              <a:ext uri="{FF2B5EF4-FFF2-40B4-BE49-F238E27FC236}">
                <a16:creationId xmlns:a16="http://schemas.microsoft.com/office/drawing/2014/main" id="{11AAF64B-586B-1945-86D8-95A59168A547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bject 10">
            <a:extLst>
              <a:ext uri="{FF2B5EF4-FFF2-40B4-BE49-F238E27FC236}">
                <a16:creationId xmlns:a16="http://schemas.microsoft.com/office/drawing/2014/main" id="{41A9FC56-85B0-0B4A-9CD7-03B84D692D9D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91FA35E-B043-7F45-98CF-E552FA1C06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4350" y="687343"/>
            <a:ext cx="3573185" cy="5483319"/>
          </a:xfrm>
          <a:prstGeom prst="rect">
            <a:avLst/>
          </a:prstGeom>
        </p:spPr>
      </p:pic>
      <p:sp>
        <p:nvSpPr>
          <p:cNvPr id="10" name="Título 2">
            <a:extLst>
              <a:ext uri="{FF2B5EF4-FFF2-40B4-BE49-F238E27FC236}">
                <a16:creationId xmlns:a16="http://schemas.microsoft.com/office/drawing/2014/main" id="{C93A2EEE-3919-D92F-9BEE-C464DB1C8009}"/>
              </a:ext>
            </a:extLst>
          </p:cNvPr>
          <p:cNvSpPr txBox="1">
            <a:spLocks/>
          </p:cNvSpPr>
          <p:nvPr userDrawn="1"/>
        </p:nvSpPr>
        <p:spPr>
          <a:xfrm>
            <a:off x="1246985" y="916453"/>
            <a:ext cx="3835013" cy="554460"/>
          </a:xfrm>
          <a:prstGeom prst="rect">
            <a:avLst/>
          </a:prstGeom>
        </p:spPr>
        <p:txBody>
          <a:bodyPr/>
          <a:lstStyle>
            <a:lvl1pPr>
              <a:defRPr sz="7200" b="1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pPr defTabSz="554437"/>
            <a:r>
              <a:rPr lang="pt-BR" sz="3600"/>
              <a:t>AGENDA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2D8D030F-5E53-6E5E-87A8-118ABDCDFE2C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530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2 linh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13862BA3-6BD5-4FC8-9786-99CD848A637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1006915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FC0401BE-74CB-0362-72FE-30EDDA2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646777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5502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8">
          <p15:clr>
            <a:srgbClr val="FBAE40"/>
          </p15:clr>
        </p15:guide>
        <p15:guide id="2" pos="301">
          <p15:clr>
            <a:srgbClr val="FBAE40"/>
          </p15:clr>
        </p15:guide>
        <p15:guide id="3" pos="737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o 1 Linha Ser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14F004EC-4E7A-4878-9EE6-C64B66BBC05C}"/>
              </a:ext>
            </a:extLst>
          </p:cNvPr>
          <p:cNvSpPr/>
          <p:nvPr userDrawn="1"/>
        </p:nvSpPr>
        <p:spPr>
          <a:xfrm>
            <a:off x="-550" y="2"/>
            <a:ext cx="12190413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3341CC88-81A6-412E-A761-A76CFDC04733}"/>
              </a:ext>
            </a:extLst>
          </p:cNvPr>
          <p:cNvSpPr/>
          <p:nvPr userDrawn="1"/>
        </p:nvSpPr>
        <p:spPr>
          <a:xfrm>
            <a:off x="0" y="380976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12CABACE-69B7-494F-86EC-351A0D7F33B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0">
            <a:extLst>
              <a:ext uri="{FF2B5EF4-FFF2-40B4-BE49-F238E27FC236}">
                <a16:creationId xmlns:a16="http://schemas.microsoft.com/office/drawing/2014/main" id="{E6C7F318-B5EB-4631-AB7E-4C2F29F62421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E1EB835-7211-E978-5815-96A434E18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FB8BE760-C245-43BE-D8DC-1FC823E7EBE2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3F15636-FC7A-AE7F-50F6-8EC7BC11FD0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691143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2D9A0F2A-AFAD-8563-1B26-5821A0B1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360612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pic>
        <p:nvPicPr>
          <p:cNvPr id="16" name="Imagem 15" descr="Padrão do plano de fundo&#10;&#10;Descrição gerada automaticamente">
            <a:extLst>
              <a:ext uri="{FF2B5EF4-FFF2-40B4-BE49-F238E27FC236}">
                <a16:creationId xmlns:a16="http://schemas.microsoft.com/office/drawing/2014/main" id="{07C8F002-F8D9-72B2-E712-7CB2B77C9F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63" y="272367"/>
            <a:ext cx="724541" cy="34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421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9F35FF0A-3036-4A7F-9994-0CCA3FD917E0}"/>
              </a:ext>
            </a:extLst>
          </p:cNvPr>
          <p:cNvSpPr/>
          <p:nvPr userDrawn="1"/>
        </p:nvSpPr>
        <p:spPr>
          <a:xfrm>
            <a:off x="-9286" y="387"/>
            <a:ext cx="8628779" cy="6857615"/>
          </a:xfrm>
          <a:custGeom>
            <a:avLst/>
            <a:gdLst/>
            <a:ahLst/>
            <a:cxnLst/>
            <a:rect l="l" t="t" r="r" b="b"/>
            <a:pathLst>
              <a:path w="14230350" h="11308715">
                <a:moveTo>
                  <a:pt x="0" y="11308556"/>
                </a:moveTo>
                <a:lnTo>
                  <a:pt x="14229933" y="11308556"/>
                </a:lnTo>
                <a:lnTo>
                  <a:pt x="14229933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cxnSp>
        <p:nvCxnSpPr>
          <p:cNvPr id="25" name="Straight Connector 15">
            <a:extLst>
              <a:ext uri="{FF2B5EF4-FFF2-40B4-BE49-F238E27FC236}">
                <a16:creationId xmlns:a16="http://schemas.microsoft.com/office/drawing/2014/main" id="{47135D78-AAFC-487D-BD83-81F8F2DE087C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6350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ct 10">
            <a:extLst>
              <a:ext uri="{FF2B5EF4-FFF2-40B4-BE49-F238E27FC236}">
                <a16:creationId xmlns:a16="http://schemas.microsoft.com/office/drawing/2014/main" id="{28735D4A-15F0-451F-9CAC-A50316E5286A}"/>
              </a:ext>
            </a:extLst>
          </p:cNvPr>
          <p:cNvSpPr txBox="1">
            <a:spLocks/>
          </p:cNvSpPr>
          <p:nvPr userDrawn="1"/>
        </p:nvSpPr>
        <p:spPr>
          <a:xfrm>
            <a:off x="11639805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FDC5662E-ECB7-4E9B-B261-FD14433729A1}"/>
              </a:ext>
            </a:extLst>
          </p:cNvPr>
          <p:cNvSpPr txBox="1"/>
          <p:nvPr userDrawn="1"/>
        </p:nvSpPr>
        <p:spPr>
          <a:xfrm>
            <a:off x="735153" y="1914651"/>
            <a:ext cx="587188" cy="1392763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9004" b="1" spc="-3">
                <a:solidFill>
                  <a:srgbClr val="031240"/>
                </a:solidFill>
                <a:latin typeface="Arial"/>
                <a:cs typeface="Arial"/>
              </a:rPr>
              <a:t>“</a:t>
            </a:r>
            <a:endParaRPr sz="9004">
              <a:latin typeface="Arial"/>
              <a:cs typeface="Arial"/>
            </a:endParaRPr>
          </a:p>
        </p:txBody>
      </p:sp>
      <p:sp>
        <p:nvSpPr>
          <p:cNvPr id="22" name="Holder 2">
            <a:extLst>
              <a:ext uri="{FF2B5EF4-FFF2-40B4-BE49-F238E27FC236}">
                <a16:creationId xmlns:a16="http://schemas.microsoft.com/office/drawing/2014/main" id="{66FBCEA8-3F01-4E85-9EE4-17622762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5"/>
            <a:ext cx="8973979" cy="39890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sp>
        <p:nvSpPr>
          <p:cNvPr id="28" name="Espaço Reservado para Texto 4">
            <a:extLst>
              <a:ext uri="{FF2B5EF4-FFF2-40B4-BE49-F238E27FC236}">
                <a16:creationId xmlns:a16="http://schemas.microsoft.com/office/drawing/2014/main" id="{07C5881A-1649-4D3F-907F-6E4E2C86E6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0803" y="2323864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um quote</a:t>
            </a:r>
          </a:p>
        </p:txBody>
      </p:sp>
      <p:sp>
        <p:nvSpPr>
          <p:cNvPr id="35" name="Espaço Reservado para Imagem 6">
            <a:extLst>
              <a:ext uri="{FF2B5EF4-FFF2-40B4-BE49-F238E27FC236}">
                <a16:creationId xmlns:a16="http://schemas.microsoft.com/office/drawing/2014/main" id="{1A3692FC-CE5F-4D69-81A5-634BF3636D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3822" y="1211030"/>
            <a:ext cx="5956592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7" name="Espaço Reservado para Texto 3">
            <a:extLst>
              <a:ext uri="{FF2B5EF4-FFF2-40B4-BE49-F238E27FC236}">
                <a16:creationId xmlns:a16="http://schemas.microsoft.com/office/drawing/2014/main" id="{77C803A1-C8B4-4071-87C2-F434E78EE5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2299" y="4818093"/>
            <a:ext cx="1062714" cy="18197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Autor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ED2B43D-BB40-184E-0487-6F4BA279D93C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1" name="object 37">
              <a:extLst>
                <a:ext uri="{FF2B5EF4-FFF2-40B4-BE49-F238E27FC236}">
                  <a16:creationId xmlns:a16="http://schemas.microsoft.com/office/drawing/2014/main" id="{CC40FB1B-409C-8119-BDAB-5B3E65E8D69E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A4251432-FAC0-2E32-8E53-DB78582A0500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3" name="object 45">
              <a:extLst>
                <a:ext uri="{FF2B5EF4-FFF2-40B4-BE49-F238E27FC236}">
                  <a16:creationId xmlns:a16="http://schemas.microsoft.com/office/drawing/2014/main" id="{F9D53228-3277-B0FF-E34A-F4DCFB18C48D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4" name="object 38">
              <a:extLst>
                <a:ext uri="{FF2B5EF4-FFF2-40B4-BE49-F238E27FC236}">
                  <a16:creationId xmlns:a16="http://schemas.microsoft.com/office/drawing/2014/main" id="{29BBDFA7-6F44-B210-5F2F-F55BEA10E253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09D5D605-F3E5-9F4F-9560-55484D37CD20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8" name="object 40">
              <a:extLst>
                <a:ext uri="{FF2B5EF4-FFF2-40B4-BE49-F238E27FC236}">
                  <a16:creationId xmlns:a16="http://schemas.microsoft.com/office/drawing/2014/main" id="{2CD29632-A27D-5D52-0199-84E11FDECA47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9" name="object 41">
              <a:extLst>
                <a:ext uri="{FF2B5EF4-FFF2-40B4-BE49-F238E27FC236}">
                  <a16:creationId xmlns:a16="http://schemas.microsoft.com/office/drawing/2014/main" id="{A8B54414-A57C-F5B2-AF31-A63047045DC5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object 41">
              <a:extLst>
                <a:ext uri="{FF2B5EF4-FFF2-40B4-BE49-F238E27FC236}">
                  <a16:creationId xmlns:a16="http://schemas.microsoft.com/office/drawing/2014/main" id="{4A243D5D-EB9B-9D7F-88CB-7558297B35FB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41" name="object 46">
              <a:extLst>
                <a:ext uri="{FF2B5EF4-FFF2-40B4-BE49-F238E27FC236}">
                  <a16:creationId xmlns:a16="http://schemas.microsoft.com/office/drawing/2014/main" id="{D3567A64-B64B-C586-2200-B1D966D94F86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048F879C-F415-A36E-426A-7F48A6E8A4F6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854AE976-4F4E-9AF4-E26C-1F7A4B0F2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241CE254-086E-3A8E-DFC3-EAE1FB9E9FE4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pic>
        <p:nvPicPr>
          <p:cNvPr id="29" name="Imagem 28" descr="Padrão do plano de fundo&#10;&#10;Descrição gerada automaticamente">
            <a:extLst>
              <a:ext uri="{FF2B5EF4-FFF2-40B4-BE49-F238E27FC236}">
                <a16:creationId xmlns:a16="http://schemas.microsoft.com/office/drawing/2014/main" id="{FA0F9E96-E634-096E-62D6-1B9B8076B1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63" y="272367"/>
            <a:ext cx="724541" cy="34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81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7">
            <a:extLst>
              <a:ext uri="{FF2B5EF4-FFF2-40B4-BE49-F238E27FC236}">
                <a16:creationId xmlns:a16="http://schemas.microsoft.com/office/drawing/2014/main" id="{0FCD9E70-535E-4124-A253-B9C9F65D96E7}"/>
              </a:ext>
            </a:extLst>
          </p:cNvPr>
          <p:cNvSpPr/>
          <p:nvPr userDrawn="1"/>
        </p:nvSpPr>
        <p:spPr>
          <a:xfrm>
            <a:off x="3542535" y="3"/>
            <a:ext cx="8647879" cy="6857999"/>
          </a:xfrm>
          <a:custGeom>
            <a:avLst/>
            <a:gdLst/>
            <a:ahLst/>
            <a:cxnLst/>
            <a:rect l="l" t="t" r="r" b="b"/>
            <a:pathLst>
              <a:path w="14281150" h="11308715">
                <a:moveTo>
                  <a:pt x="0" y="11308556"/>
                </a:moveTo>
                <a:lnTo>
                  <a:pt x="14280549" y="11308556"/>
                </a:lnTo>
                <a:lnTo>
                  <a:pt x="142805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39" name="object 31">
            <a:extLst>
              <a:ext uri="{FF2B5EF4-FFF2-40B4-BE49-F238E27FC236}">
                <a16:creationId xmlns:a16="http://schemas.microsoft.com/office/drawing/2014/main" id="{21C8F864-9B68-4569-A245-0636154EFE1F}"/>
              </a:ext>
            </a:extLst>
          </p:cNvPr>
          <p:cNvSpPr/>
          <p:nvPr userDrawn="1"/>
        </p:nvSpPr>
        <p:spPr>
          <a:xfrm>
            <a:off x="-3849" y="3880569"/>
            <a:ext cx="1746548" cy="339627"/>
          </a:xfrm>
          <a:custGeom>
            <a:avLst/>
            <a:gdLst/>
            <a:ahLst/>
            <a:cxnLst/>
            <a:rect l="l" t="t" r="r" b="b"/>
            <a:pathLst>
              <a:path w="2880360" h="560070">
                <a:moveTo>
                  <a:pt x="2847044" y="0"/>
                </a:moveTo>
                <a:lnTo>
                  <a:pt x="0" y="0"/>
                </a:lnTo>
                <a:lnTo>
                  <a:pt x="0" y="559690"/>
                </a:lnTo>
                <a:lnTo>
                  <a:pt x="2847222" y="559532"/>
                </a:lnTo>
                <a:lnTo>
                  <a:pt x="2880268" y="526486"/>
                </a:lnTo>
                <a:lnTo>
                  <a:pt x="2880079" y="33046"/>
                </a:lnTo>
                <a:lnTo>
                  <a:pt x="2877480" y="20183"/>
                </a:lnTo>
                <a:lnTo>
                  <a:pt x="2870394" y="9679"/>
                </a:lnTo>
                <a:lnTo>
                  <a:pt x="2859892" y="2596"/>
                </a:lnTo>
                <a:lnTo>
                  <a:pt x="284704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40" name="object 32">
            <a:extLst>
              <a:ext uri="{FF2B5EF4-FFF2-40B4-BE49-F238E27FC236}">
                <a16:creationId xmlns:a16="http://schemas.microsoft.com/office/drawing/2014/main" id="{6B017FDB-F553-4C21-96E8-4A12301FF107}"/>
              </a:ext>
            </a:extLst>
          </p:cNvPr>
          <p:cNvSpPr/>
          <p:nvPr userDrawn="1"/>
        </p:nvSpPr>
        <p:spPr>
          <a:xfrm>
            <a:off x="-3849" y="3201720"/>
            <a:ext cx="1746548" cy="339627"/>
          </a:xfrm>
          <a:custGeom>
            <a:avLst/>
            <a:gdLst/>
            <a:ahLst/>
            <a:cxnLst/>
            <a:rect l="l" t="t" r="r" b="b"/>
            <a:pathLst>
              <a:path w="2880360" h="560070">
                <a:moveTo>
                  <a:pt x="2847044" y="0"/>
                </a:moveTo>
                <a:lnTo>
                  <a:pt x="0" y="0"/>
                </a:lnTo>
                <a:lnTo>
                  <a:pt x="0" y="559690"/>
                </a:lnTo>
                <a:lnTo>
                  <a:pt x="2847222" y="559532"/>
                </a:lnTo>
                <a:lnTo>
                  <a:pt x="2880268" y="526486"/>
                </a:lnTo>
                <a:lnTo>
                  <a:pt x="2880079" y="33046"/>
                </a:lnTo>
                <a:lnTo>
                  <a:pt x="2877480" y="20183"/>
                </a:lnTo>
                <a:lnTo>
                  <a:pt x="2870394" y="9679"/>
                </a:lnTo>
                <a:lnTo>
                  <a:pt x="2859892" y="2596"/>
                </a:lnTo>
                <a:lnTo>
                  <a:pt x="284704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41" name="object 33">
            <a:extLst>
              <a:ext uri="{FF2B5EF4-FFF2-40B4-BE49-F238E27FC236}">
                <a16:creationId xmlns:a16="http://schemas.microsoft.com/office/drawing/2014/main" id="{23A76A85-D9AF-4D6F-BB81-AD3EA2D767D2}"/>
              </a:ext>
            </a:extLst>
          </p:cNvPr>
          <p:cNvSpPr/>
          <p:nvPr userDrawn="1"/>
        </p:nvSpPr>
        <p:spPr>
          <a:xfrm>
            <a:off x="-3849" y="2522869"/>
            <a:ext cx="1746548" cy="339627"/>
          </a:xfrm>
          <a:custGeom>
            <a:avLst/>
            <a:gdLst/>
            <a:ahLst/>
            <a:cxnLst/>
            <a:rect l="l" t="t" r="r" b="b"/>
            <a:pathLst>
              <a:path w="2880360" h="560070">
                <a:moveTo>
                  <a:pt x="2847044" y="0"/>
                </a:moveTo>
                <a:lnTo>
                  <a:pt x="0" y="0"/>
                </a:lnTo>
                <a:lnTo>
                  <a:pt x="0" y="559690"/>
                </a:lnTo>
                <a:lnTo>
                  <a:pt x="2847222" y="559532"/>
                </a:lnTo>
                <a:lnTo>
                  <a:pt x="2880268" y="526486"/>
                </a:lnTo>
                <a:lnTo>
                  <a:pt x="2880079" y="33046"/>
                </a:lnTo>
                <a:lnTo>
                  <a:pt x="2877480" y="20183"/>
                </a:lnTo>
                <a:lnTo>
                  <a:pt x="2870394" y="9679"/>
                </a:lnTo>
                <a:lnTo>
                  <a:pt x="2859892" y="2596"/>
                </a:lnTo>
                <a:lnTo>
                  <a:pt x="284704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6F54276-E675-426A-ACDA-CEC2F992A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5E80365F-7179-4825-9AB4-223C78A73EC3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0">
            <a:extLst>
              <a:ext uri="{FF2B5EF4-FFF2-40B4-BE49-F238E27FC236}">
                <a16:creationId xmlns:a16="http://schemas.microsoft.com/office/drawing/2014/main" id="{CA4E41D3-0712-4BEF-B203-4F5B93632649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8FA31A2D-675B-4E4A-BBDF-E45043FA1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6524" y="3918538"/>
            <a:ext cx="3935124" cy="221008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395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22750ADE-BCB1-4A30-A7EC-15667FEAF4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0523" y="2419874"/>
            <a:ext cx="3935124" cy="1190967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3000" b="1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adicionar um título</a:t>
            </a:r>
          </a:p>
        </p:txBody>
      </p:sp>
      <p:sp>
        <p:nvSpPr>
          <p:cNvPr id="30" name="Holder 2">
            <a:extLst>
              <a:ext uri="{FF2B5EF4-FFF2-40B4-BE49-F238E27FC236}">
                <a16:creationId xmlns:a16="http://schemas.microsoft.com/office/drawing/2014/main" id="{500ED67F-AC14-DFD7-7371-D53A6188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443" y="286875"/>
            <a:ext cx="5834270" cy="885941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2395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00AC41D-305C-E139-B316-8BA57B4851C1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ED2EF09C-F27F-D415-DCA1-FAE904799097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3" name="object 41">
              <a:extLst>
                <a:ext uri="{FF2B5EF4-FFF2-40B4-BE49-F238E27FC236}">
                  <a16:creationId xmlns:a16="http://schemas.microsoft.com/office/drawing/2014/main" id="{838FC480-799B-621F-46AE-0D63A3F74479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4" name="object 45">
              <a:extLst>
                <a:ext uri="{FF2B5EF4-FFF2-40B4-BE49-F238E27FC236}">
                  <a16:creationId xmlns:a16="http://schemas.microsoft.com/office/drawing/2014/main" id="{E2C7E74E-E976-96D3-A072-F1A45597C0D3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5" name="object 38">
              <a:extLst>
                <a:ext uri="{FF2B5EF4-FFF2-40B4-BE49-F238E27FC236}">
                  <a16:creationId xmlns:a16="http://schemas.microsoft.com/office/drawing/2014/main" id="{FD161B0F-4575-4B14-C596-E17CC7ED0084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01FF709C-AF70-7982-000E-BC22780AE311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7" name="object 40">
              <a:extLst>
                <a:ext uri="{FF2B5EF4-FFF2-40B4-BE49-F238E27FC236}">
                  <a16:creationId xmlns:a16="http://schemas.microsoft.com/office/drawing/2014/main" id="{90038417-0C1C-7DCB-388C-6A7B2E7F5823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42" name="object 41">
              <a:extLst>
                <a:ext uri="{FF2B5EF4-FFF2-40B4-BE49-F238E27FC236}">
                  <a16:creationId xmlns:a16="http://schemas.microsoft.com/office/drawing/2014/main" id="{DE3DD1BD-9645-DD3A-75A2-FEB0056490A2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094E4222-F138-49A8-722B-FCF36A444366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45" name="object 46">
              <a:extLst>
                <a:ext uri="{FF2B5EF4-FFF2-40B4-BE49-F238E27FC236}">
                  <a16:creationId xmlns:a16="http://schemas.microsoft.com/office/drawing/2014/main" id="{C51EB512-2B84-2188-BA29-0D72D906152D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46" name="object 47">
              <a:extLst>
                <a:ext uri="{FF2B5EF4-FFF2-40B4-BE49-F238E27FC236}">
                  <a16:creationId xmlns:a16="http://schemas.microsoft.com/office/drawing/2014/main" id="{72749AB4-321E-3F48-669C-D1F950858CE2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sp>
        <p:nvSpPr>
          <p:cNvPr id="25" name="object 9">
            <a:extLst>
              <a:ext uri="{FF2B5EF4-FFF2-40B4-BE49-F238E27FC236}">
                <a16:creationId xmlns:a16="http://schemas.microsoft.com/office/drawing/2014/main" id="{DE4C8157-9306-F118-B9AF-55FC6667A0D9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pic>
        <p:nvPicPr>
          <p:cNvPr id="27" name="Imagem 26" descr="Padrão do plano de fundo&#10;&#10;Descrição gerada automaticamente">
            <a:extLst>
              <a:ext uri="{FF2B5EF4-FFF2-40B4-BE49-F238E27FC236}">
                <a16:creationId xmlns:a16="http://schemas.microsoft.com/office/drawing/2014/main" id="{97DC4A04-D135-02F9-611C-5220B1E6EC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63" y="272367"/>
            <a:ext cx="724541" cy="34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87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97">
          <p15:clr>
            <a:srgbClr val="FBAE40"/>
          </p15:clr>
        </p15:guide>
        <p15:guide id="2" pos="3839">
          <p15:clr>
            <a:srgbClr val="FBAE40"/>
          </p15:clr>
        </p15:guide>
        <p15:guide id="3" orient="horz" pos="2228">
          <p15:clr>
            <a:srgbClr val="FBAE40"/>
          </p15:clr>
        </p15:guide>
        <p15:guide id="4" orient="horz" pos="265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epoimen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EEF9D2F6-8F9A-47D5-9D02-9CC47FFD228F}"/>
              </a:ext>
            </a:extLst>
          </p:cNvPr>
          <p:cNvSpPr txBox="1"/>
          <p:nvPr userDrawn="1"/>
        </p:nvSpPr>
        <p:spPr>
          <a:xfrm>
            <a:off x="11682342" y="6372030"/>
            <a:ext cx="127449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6">
                <a:solidFill>
                  <a:srgbClr val="031240"/>
                </a:solidFill>
                <a:latin typeface="Arial"/>
                <a:cs typeface="Arial"/>
              </a:rPr>
              <a:t>19</a:t>
            </a:r>
            <a:endParaRPr sz="879">
              <a:latin typeface="Arial"/>
              <a:cs typeface="Arial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F1DF6984-9D1D-419B-B13D-FC18D36D9461}"/>
              </a:ext>
            </a:extLst>
          </p:cNvPr>
          <p:cNvSpPr/>
          <p:nvPr userDrawn="1"/>
        </p:nvSpPr>
        <p:spPr>
          <a:xfrm>
            <a:off x="0" y="380973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DDDE33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A8BD690-9DF0-464C-BCA2-5D5782638305}"/>
              </a:ext>
            </a:extLst>
          </p:cNvPr>
          <p:cNvSpPr/>
          <p:nvPr userDrawn="1"/>
        </p:nvSpPr>
        <p:spPr>
          <a:xfrm>
            <a:off x="0" y="2"/>
            <a:ext cx="3561634" cy="6857615"/>
          </a:xfrm>
          <a:custGeom>
            <a:avLst/>
            <a:gdLst/>
            <a:ahLst/>
            <a:cxnLst/>
            <a:rect l="l" t="t" r="r" b="b"/>
            <a:pathLst>
              <a:path w="5873750" h="11308715">
                <a:moveTo>
                  <a:pt x="0" y="11308556"/>
                </a:moveTo>
                <a:lnTo>
                  <a:pt x="5873297" y="11308556"/>
                </a:lnTo>
                <a:lnTo>
                  <a:pt x="587329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36" name="Espaço Reservado para Texto 4">
            <a:extLst>
              <a:ext uri="{FF2B5EF4-FFF2-40B4-BE49-F238E27FC236}">
                <a16:creationId xmlns:a16="http://schemas.microsoft.com/office/drawing/2014/main" id="{6D2B1A09-CF32-4DE5-BB2E-5621FC8BD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68445" y="713970"/>
            <a:ext cx="3935124" cy="2834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2000"/>
              </a:lnSpc>
              <a:spcBef>
                <a:spcPts val="58"/>
              </a:spcBef>
              <a:buNone/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conteúdo</a:t>
            </a: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318BE29-D230-4ABE-B744-0EF562D272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DEDB108-28E6-1171-B8C8-7F51B649D157}"/>
              </a:ext>
            </a:extLst>
          </p:cNvPr>
          <p:cNvSpPr/>
          <p:nvPr userDrawn="1"/>
        </p:nvSpPr>
        <p:spPr>
          <a:xfrm>
            <a:off x="0" y="3489631"/>
            <a:ext cx="2768601" cy="270000"/>
          </a:xfrm>
          <a:prstGeom prst="rect">
            <a:avLst/>
          </a:prstGeom>
          <a:solidFill>
            <a:srgbClr val="E5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>
              <a:latin typeface="Arial" panose="020B0604020202020204" pitchFamily="34" charset="0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B607B1E-4AA6-AD17-5441-49FC6D0339A0}"/>
              </a:ext>
            </a:extLst>
          </p:cNvPr>
          <p:cNvSpPr/>
          <p:nvPr userDrawn="1"/>
        </p:nvSpPr>
        <p:spPr>
          <a:xfrm>
            <a:off x="-1" y="2880108"/>
            <a:ext cx="3172247" cy="270000"/>
          </a:xfrm>
          <a:prstGeom prst="rect">
            <a:avLst/>
          </a:prstGeom>
          <a:solidFill>
            <a:srgbClr val="E5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>
              <a:latin typeface="Arial" panose="020B0604020202020204" pitchFamily="34" charset="0"/>
            </a:endParaRPr>
          </a:p>
        </p:txBody>
      </p:sp>
      <p:sp>
        <p:nvSpPr>
          <p:cNvPr id="30" name="Espaço Reservado para Texto 4">
            <a:extLst>
              <a:ext uri="{FF2B5EF4-FFF2-40B4-BE49-F238E27FC236}">
                <a16:creationId xmlns:a16="http://schemas.microsoft.com/office/drawing/2014/main" id="{4ED0578B-A33B-270D-8238-56BCCFD5D3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3595" y="2756444"/>
            <a:ext cx="3529201" cy="10586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2000"/>
              </a:lnSpc>
              <a:spcBef>
                <a:spcPts val="58"/>
              </a:spcBef>
              <a:buNone/>
              <a:defRPr sz="3000" b="1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adicionar um título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40D94922-96F8-C5EA-D7CF-A5279F30ED3D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CFAB35DD-9B7E-7FE9-A4C0-8E55FDE2E26F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3" name="object 41">
              <a:extLst>
                <a:ext uri="{FF2B5EF4-FFF2-40B4-BE49-F238E27FC236}">
                  <a16:creationId xmlns:a16="http://schemas.microsoft.com/office/drawing/2014/main" id="{20CABD55-7E9B-DC8C-5F48-577B8BB0B4A4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5" name="object 45">
              <a:extLst>
                <a:ext uri="{FF2B5EF4-FFF2-40B4-BE49-F238E27FC236}">
                  <a16:creationId xmlns:a16="http://schemas.microsoft.com/office/drawing/2014/main" id="{103D72FD-F6C7-6084-CD5F-E1159C2E8D7E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7D145F17-594A-F6B6-D76F-C41006CA4CFA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94292B40-AECE-A03B-54F6-04B7D89706B6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91DF8D5B-F384-4620-6B92-F6572D45ED96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65D3540B-97E6-3959-048D-17A54361C586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6E42A48E-1A94-9D03-B3EF-20A507AB0D44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45" name="object 46">
              <a:extLst>
                <a:ext uri="{FF2B5EF4-FFF2-40B4-BE49-F238E27FC236}">
                  <a16:creationId xmlns:a16="http://schemas.microsoft.com/office/drawing/2014/main" id="{D3565772-6031-20ED-13EE-DF3E7799A4B7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46" name="object 47">
              <a:extLst>
                <a:ext uri="{FF2B5EF4-FFF2-40B4-BE49-F238E27FC236}">
                  <a16:creationId xmlns:a16="http://schemas.microsoft.com/office/drawing/2014/main" id="{B0399AE9-A1B9-8FDB-05F9-842140FAE819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sp>
        <p:nvSpPr>
          <p:cNvPr id="23" name="object 9">
            <a:extLst>
              <a:ext uri="{FF2B5EF4-FFF2-40B4-BE49-F238E27FC236}">
                <a16:creationId xmlns:a16="http://schemas.microsoft.com/office/drawing/2014/main" id="{2DE08285-2209-DF33-FC4D-E747C5DEFF2F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621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sór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D2286C-A2CC-5549-941D-551D8F7757DF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highlight>
                <a:srgbClr val="011240"/>
              </a:highlight>
              <a:latin typeface="Arial" panose="020B0604020202020204" pitchFamily="34" charset="0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C05CB-34D6-8A43-9BDD-D08649AE2E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502F271F-0C9A-BF4A-B513-6E762D94777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10">
            <a:extLst>
              <a:ext uri="{FF2B5EF4-FFF2-40B4-BE49-F238E27FC236}">
                <a16:creationId xmlns:a16="http://schemas.microsoft.com/office/drawing/2014/main" id="{3E098B92-1780-7E47-9F35-7FEB3A057A7C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89942A0F-8984-5930-13F0-21D79CEEB8D5}"/>
              </a:ext>
            </a:extLst>
          </p:cNvPr>
          <p:cNvSpPr/>
          <p:nvPr userDrawn="1"/>
        </p:nvSpPr>
        <p:spPr>
          <a:xfrm>
            <a:off x="-21771" y="2377976"/>
            <a:ext cx="2569029" cy="497484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854FD091-5246-CD95-5FAC-83662A3C0A9D}"/>
              </a:ext>
            </a:extLst>
          </p:cNvPr>
          <p:cNvSpPr/>
          <p:nvPr userDrawn="1"/>
        </p:nvSpPr>
        <p:spPr>
          <a:xfrm>
            <a:off x="-21771" y="3283396"/>
            <a:ext cx="2569029" cy="497484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9549129-7D46-6FCA-F23B-807EB8DFF854}"/>
              </a:ext>
            </a:extLst>
          </p:cNvPr>
          <p:cNvSpPr/>
          <p:nvPr userDrawn="1"/>
        </p:nvSpPr>
        <p:spPr>
          <a:xfrm>
            <a:off x="8554901" y="5061921"/>
            <a:ext cx="3637100" cy="497484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G Haido Grotesk" panose="00000500000000000000" pitchFamily="50" charset="0"/>
            </a:endParaRPr>
          </a:p>
        </p:txBody>
      </p:sp>
      <p:sp>
        <p:nvSpPr>
          <p:cNvPr id="16" name="Retângulo com Canto Diagonal Aparado 13">
            <a:extLst>
              <a:ext uri="{FF2B5EF4-FFF2-40B4-BE49-F238E27FC236}">
                <a16:creationId xmlns:a16="http://schemas.microsoft.com/office/drawing/2014/main" id="{762B6785-89E5-BB0F-1FFA-A15C9AECD2A0}"/>
              </a:ext>
            </a:extLst>
          </p:cNvPr>
          <p:cNvSpPr/>
          <p:nvPr/>
        </p:nvSpPr>
        <p:spPr>
          <a:xfrm>
            <a:off x="8673691" y="4958840"/>
            <a:ext cx="2869292" cy="721715"/>
          </a:xfrm>
          <a:prstGeom prst="snip2DiagRect">
            <a:avLst/>
          </a:prstGeom>
          <a:noFill/>
          <a:ln>
            <a:noFill/>
          </a:ln>
          <a:effectLst>
            <a:outerShdw blurRad="50800" dist="38100" dir="4680000" sx="101000" sy="101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>
              <a:latin typeface="Arial" panose="020B0604020202020204" pitchFamily="34" charset="0"/>
              <a:ea typeface="TG Haido Grotesk" panose="00000500000000000000" pitchFamily="50" charset="0"/>
            </a:endParaRPr>
          </a:p>
        </p:txBody>
      </p:sp>
      <p:sp>
        <p:nvSpPr>
          <p:cNvPr id="19" name="Título 7">
            <a:extLst>
              <a:ext uri="{FF2B5EF4-FFF2-40B4-BE49-F238E27FC236}">
                <a16:creationId xmlns:a16="http://schemas.microsoft.com/office/drawing/2014/main" id="{E4E6FB3F-5DFF-1243-E4A7-C22CB558AFC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898531" y="2212668"/>
            <a:ext cx="8537557" cy="1325584"/>
          </a:xfrm>
          <a:prstGeom prst="rect">
            <a:avLst/>
          </a:prstGeom>
        </p:spPr>
        <p:txBody>
          <a:bodyPr/>
          <a:lstStyle>
            <a:lvl1pPr>
              <a:defRPr sz="4200" b="1"/>
            </a:lvl1pPr>
          </a:lstStyle>
          <a:p>
            <a:r>
              <a:rPr lang="pt-BR"/>
              <a:t>Aqui vai um título para divisória de assunto</a:t>
            </a:r>
          </a:p>
        </p:txBody>
      </p:sp>
      <p:sp>
        <p:nvSpPr>
          <p:cNvPr id="21" name="Título 7">
            <a:extLst>
              <a:ext uri="{FF2B5EF4-FFF2-40B4-BE49-F238E27FC236}">
                <a16:creationId xmlns:a16="http://schemas.microsoft.com/office/drawing/2014/main" id="{06E84D5F-7455-B631-1288-034128ADE013}"/>
              </a:ext>
            </a:extLst>
          </p:cNvPr>
          <p:cNvSpPr txBox="1">
            <a:spLocks/>
          </p:cNvSpPr>
          <p:nvPr userDrawn="1"/>
        </p:nvSpPr>
        <p:spPr>
          <a:xfrm>
            <a:off x="8554108" y="5061923"/>
            <a:ext cx="3637100" cy="497483"/>
          </a:xfrm>
          <a:prstGeom prst="rect">
            <a:avLst/>
          </a:prstGeom>
        </p:spPr>
        <p:txBody>
          <a:bodyPr/>
          <a:lstStyle>
            <a:lvl1pPr>
              <a:defRPr sz="4800" b="0" i="0" kern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pt-BR" sz="2800" b="1"/>
              <a:t>Subtítulo ou horário</a:t>
            </a: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9D772DDA-AFB1-D0A4-3373-F1C645F4AAE4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pic>
        <p:nvPicPr>
          <p:cNvPr id="17" name="Imagem 16" descr="Padrão do plano de fundo&#10;&#10;Descrição gerada automaticamente">
            <a:extLst>
              <a:ext uri="{FF2B5EF4-FFF2-40B4-BE49-F238E27FC236}">
                <a16:creationId xmlns:a16="http://schemas.microsoft.com/office/drawing/2014/main" id="{9CEF0D25-62D5-8917-A2F5-45B532C279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63" y="272367"/>
            <a:ext cx="724541" cy="34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593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2559505-7021-4BB9-B693-CC7DB5F26B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42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493" imgH="493" progId="TCLayout.ActiveDocument.1">
                  <p:embed/>
                </p:oleObj>
              </mc:Choice>
              <mc:Fallback>
                <p:oleObj name="Slide do think-cell" r:id="rId5" imgW="493" imgH="49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2559505-7021-4BB9-B693-CC7DB5F26B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BB6B4771-8F07-4651-8F64-F1D7FC02000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29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0" i="0" baseline="0">
              <a:latin typeface="Arial" panose="020B0604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D0595-CCD6-462D-8CB6-C7B93EC42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1" y="175350"/>
            <a:ext cx="9699004" cy="78443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807146E8-14E2-4F47-8878-D83CC81D996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3" y="0"/>
            <a:ext cx="158750" cy="158750"/>
          </a:xfrm>
          <a:prstGeom prst="rect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100" b="0" i="0" baseline="0">
              <a:latin typeface="Arial" panose="020B0604020202020204" pitchFamily="34" charset="0"/>
              <a:ea typeface="+mj-ea"/>
              <a:cs typeface="+mj-cs"/>
              <a:sym typeface="Gotham" panose="02000504050000020004" pitchFamily="2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15FC053-C8D9-4A2D-8D48-BFE8DC144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7871" y="6710400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95438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ntra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2">
            <a:extLst>
              <a:ext uri="{FF2B5EF4-FFF2-40B4-BE49-F238E27FC236}">
                <a16:creationId xmlns:a16="http://schemas.microsoft.com/office/drawing/2014/main" id="{38937110-74AF-495D-9A71-2EB0AEF037DD}"/>
              </a:ext>
            </a:extLst>
          </p:cNvPr>
          <p:cNvSpPr/>
          <p:nvPr userDrawn="1"/>
        </p:nvSpPr>
        <p:spPr>
          <a:xfrm>
            <a:off x="1" y="-15775"/>
            <a:ext cx="12208835" cy="6876000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5" name="object 16">
            <a:extLst>
              <a:ext uri="{FF2B5EF4-FFF2-40B4-BE49-F238E27FC236}">
                <a16:creationId xmlns:a16="http://schemas.microsoft.com/office/drawing/2014/main" id="{D427597C-FD23-8F0F-0A64-D171DADFCF37}"/>
              </a:ext>
            </a:extLst>
          </p:cNvPr>
          <p:cNvSpPr txBox="1"/>
          <p:nvPr userDrawn="1"/>
        </p:nvSpPr>
        <p:spPr>
          <a:xfrm>
            <a:off x="9909709" y="5806878"/>
            <a:ext cx="1681861" cy="551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0">
              <a:lnSpc>
                <a:spcPts val="1383"/>
              </a:lnSpc>
            </a:pPr>
            <a:r>
              <a:rPr lang="pt-BR" sz="1182" spc="-30" noProof="0">
                <a:solidFill>
                  <a:srgbClr val="031240"/>
                </a:solidFill>
                <a:latin typeface="Arial"/>
                <a:cs typeface="Arial"/>
              </a:rPr>
              <a:t>Av.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Ibirapuera,</a:t>
            </a:r>
            <a:r>
              <a:rPr lang="pt-BR" sz="1182" spc="27" noProof="0">
                <a:solidFill>
                  <a:srgbClr val="031240"/>
                </a:solidFill>
                <a:latin typeface="Arial"/>
                <a:cs typeface="Arial"/>
              </a:rPr>
              <a:t>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1753</a:t>
            </a:r>
            <a:endParaRPr lang="pt-BR" sz="1182" noProof="0">
              <a:latin typeface="Arial"/>
              <a:cs typeface="Arial"/>
            </a:endParaRPr>
          </a:p>
          <a:p>
            <a:pPr marL="7700" marR="3081">
              <a:lnSpc>
                <a:spcPct val="105700"/>
              </a:lnSpc>
            </a:pP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18° </a:t>
            </a:r>
            <a:r>
              <a:rPr lang="pt-BR" sz="1182" spc="3" noProof="0">
                <a:solidFill>
                  <a:srgbClr val="031240"/>
                </a:solidFill>
                <a:latin typeface="Arial"/>
                <a:cs typeface="Arial"/>
              </a:rPr>
              <a:t>andar -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 </a:t>
            </a: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Moema, </a:t>
            </a:r>
          </a:p>
          <a:p>
            <a:pPr marL="7700" marR="3081">
              <a:lnSpc>
                <a:spcPct val="105700"/>
              </a:lnSpc>
            </a:pP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São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Paulo/</a:t>
            </a: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SP</a:t>
            </a:r>
            <a:endParaRPr lang="pt-BR" sz="1182" noProof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20125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ulo 1 Lin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13862BA3-6BD5-4FC8-9786-99CD848A637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691145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FC0401BE-74CB-0362-72FE-30EDDA2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360612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371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8">
          <p15:clr>
            <a:srgbClr val="FBAE40"/>
          </p15:clr>
        </p15:guide>
        <p15:guide id="2" pos="301">
          <p15:clr>
            <a:srgbClr val="FBAE40"/>
          </p15:clr>
        </p15:guide>
        <p15:guide id="3" pos="7378">
          <p15:clr>
            <a:srgbClr val="FBAE40"/>
          </p15:clr>
        </p15:guide>
        <p15:guide id="4" pos="622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ha de Ro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B0550-1EC8-4CF9-B267-20F2322703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5AB19D5-561F-4BAB-97CD-1558D79A0A08}"/>
              </a:ext>
            </a:extLst>
          </p:cNvPr>
          <p:cNvSpPr txBox="1"/>
          <p:nvPr userDrawn="1"/>
        </p:nvSpPr>
        <p:spPr>
          <a:xfrm>
            <a:off x="11745903" y="6372030"/>
            <a:ext cx="63917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9">
                <a:solidFill>
                  <a:srgbClr val="031240"/>
                </a:solidFill>
                <a:latin typeface="Arial"/>
                <a:cs typeface="Arial"/>
              </a:rPr>
              <a:t>4</a:t>
            </a:r>
            <a:endParaRPr sz="879"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EA46997-5AE0-435C-97CD-F54FEBD8EFDA}"/>
              </a:ext>
            </a:extLst>
          </p:cNvPr>
          <p:cNvSpPr/>
          <p:nvPr userDrawn="1"/>
        </p:nvSpPr>
        <p:spPr>
          <a:xfrm>
            <a:off x="9525" y="-3575"/>
            <a:ext cx="5943115" cy="6857615"/>
          </a:xfrm>
          <a:custGeom>
            <a:avLst/>
            <a:gdLst/>
            <a:ahLst/>
            <a:cxnLst/>
            <a:rect l="l" t="t" r="r" b="b"/>
            <a:pathLst>
              <a:path w="9801225" h="11308715">
                <a:moveTo>
                  <a:pt x="0" y="11308556"/>
                </a:moveTo>
                <a:lnTo>
                  <a:pt x="9800748" y="11308556"/>
                </a:lnTo>
                <a:lnTo>
                  <a:pt x="9800748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09217DF-F038-4F0F-9818-EE0448B0250A}"/>
              </a:ext>
            </a:extLst>
          </p:cNvPr>
          <p:cNvSpPr/>
          <p:nvPr userDrawn="1"/>
        </p:nvSpPr>
        <p:spPr>
          <a:xfrm>
            <a:off x="5952639" y="2"/>
            <a:ext cx="6228251" cy="6857615"/>
          </a:xfrm>
          <a:custGeom>
            <a:avLst/>
            <a:gdLst/>
            <a:ahLst/>
            <a:cxnLst/>
            <a:rect l="l" t="t" r="r" b="b"/>
            <a:pathLst>
              <a:path w="10287635" h="11308715">
                <a:moveTo>
                  <a:pt x="0" y="11308556"/>
                </a:moveTo>
                <a:lnTo>
                  <a:pt x="10287634" y="11308556"/>
                </a:lnTo>
                <a:lnTo>
                  <a:pt x="1028763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8EB74EF3-E3A2-4174-B299-5059387CBADD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78976879-373C-46D9-8480-394CF2736375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55AEE10D-189C-444C-9885-0CAFEED7962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0F7695F-0A81-44DE-81BD-3EDE73B67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7147" y="1701352"/>
            <a:ext cx="3485706" cy="1958689"/>
          </a:xfrm>
          <a:prstGeom prst="rect">
            <a:avLst/>
          </a:prstGeom>
        </p:spPr>
        <p:txBody>
          <a:bodyPr/>
          <a:lstStyle>
            <a:lvl1pPr>
              <a:defRPr sz="3002"/>
            </a:lvl1pPr>
          </a:lstStyle>
          <a:p>
            <a:r>
              <a:rPr lang="pt-BR"/>
              <a:t>Clique para adicionar um título</a:t>
            </a:r>
          </a:p>
        </p:txBody>
      </p:sp>
      <p:sp>
        <p:nvSpPr>
          <p:cNvPr id="15" name="Espaço Reservado para Imagem 6">
            <a:extLst>
              <a:ext uri="{FF2B5EF4-FFF2-40B4-BE49-F238E27FC236}">
                <a16:creationId xmlns:a16="http://schemas.microsoft.com/office/drawing/2014/main" id="{C44E660A-59A9-4DC0-9189-6B43C43FB6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00313" y="1805728"/>
            <a:ext cx="7155337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7" name="Holder 3">
            <a:extLst>
              <a:ext uri="{FF2B5EF4-FFF2-40B4-BE49-F238E27FC236}">
                <a16:creationId xmlns:a16="http://schemas.microsoft.com/office/drawing/2014/main" id="{E313AC99-5898-4729-864F-341E5A1F569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12111" y="4724778"/>
            <a:ext cx="85332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92D05A7C-CE13-C06E-7F22-DA8048792F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7011" y="6245000"/>
            <a:ext cx="1803450" cy="255270"/>
          </a:xfrm>
          <a:prstGeom prst="rect">
            <a:avLst/>
          </a:prstGeom>
        </p:spPr>
        <p:txBody>
          <a:bodyPr/>
          <a:lstStyle>
            <a:lvl1pPr>
              <a:defRPr sz="1400" i="0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Local e data</a:t>
            </a: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43B7EBBF-068B-6302-4DA8-C99A0AAFAA98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F5900F-0A17-87D2-619E-9A8B79F08030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128856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ha de Ros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-126184" y="2"/>
            <a:ext cx="12448236" cy="6857615"/>
          </a:xfrm>
          <a:custGeom>
            <a:avLst/>
            <a:gdLst/>
            <a:ahLst/>
            <a:cxnLst/>
            <a:rect l="l" t="t" r="r" b="b"/>
            <a:pathLst>
              <a:path w="20072985" h="11308715">
                <a:moveTo>
                  <a:pt x="0" y="11308556"/>
                </a:moveTo>
                <a:lnTo>
                  <a:pt x="20072687" y="11308556"/>
                </a:lnTo>
                <a:lnTo>
                  <a:pt x="2007268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93E2D43D-CC40-4919-B4BF-A6E84E9D600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89889" y="5046273"/>
            <a:ext cx="85332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962A5734-E3B2-A250-BD3D-DB414B40F1E9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1" name="object 37">
              <a:extLst>
                <a:ext uri="{FF2B5EF4-FFF2-40B4-BE49-F238E27FC236}">
                  <a16:creationId xmlns:a16="http://schemas.microsoft.com/office/drawing/2014/main" id="{A34C334C-D977-BFD1-810E-7DC68D5B61BF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E42652EA-69DF-D447-E8DD-E883D9B09EF4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5">
              <a:extLst>
                <a:ext uri="{FF2B5EF4-FFF2-40B4-BE49-F238E27FC236}">
                  <a16:creationId xmlns:a16="http://schemas.microsoft.com/office/drawing/2014/main" id="{62D2B09D-4BCE-18A4-F08E-84522184AEAC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38">
              <a:extLst>
                <a:ext uri="{FF2B5EF4-FFF2-40B4-BE49-F238E27FC236}">
                  <a16:creationId xmlns:a16="http://schemas.microsoft.com/office/drawing/2014/main" id="{BA27BAD9-49F1-01E8-3AFA-06A920093677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39">
              <a:extLst>
                <a:ext uri="{FF2B5EF4-FFF2-40B4-BE49-F238E27FC236}">
                  <a16:creationId xmlns:a16="http://schemas.microsoft.com/office/drawing/2014/main" id="{1A8016B7-9EFC-6E92-C340-47F38A008D26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40">
              <a:extLst>
                <a:ext uri="{FF2B5EF4-FFF2-40B4-BE49-F238E27FC236}">
                  <a16:creationId xmlns:a16="http://schemas.microsoft.com/office/drawing/2014/main" id="{22829E8C-90A3-A071-9463-5ECDDF4EC926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41">
              <a:extLst>
                <a:ext uri="{FF2B5EF4-FFF2-40B4-BE49-F238E27FC236}">
                  <a16:creationId xmlns:a16="http://schemas.microsoft.com/office/drawing/2014/main" id="{9D68A21C-9D8D-B454-A88E-6C302562C258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5644B052-CCFC-4124-FB99-750C1BA5535C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46">
              <a:extLst>
                <a:ext uri="{FF2B5EF4-FFF2-40B4-BE49-F238E27FC236}">
                  <a16:creationId xmlns:a16="http://schemas.microsoft.com/office/drawing/2014/main" id="{F8E6C644-2EAB-415A-6B8F-7F2AB70426C0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47">
              <a:extLst>
                <a:ext uri="{FF2B5EF4-FFF2-40B4-BE49-F238E27FC236}">
                  <a16:creationId xmlns:a16="http://schemas.microsoft.com/office/drawing/2014/main" id="{294543C6-923A-F8E8-DD34-F90CF4EE6693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2" name="object 17">
            <a:extLst>
              <a:ext uri="{FF2B5EF4-FFF2-40B4-BE49-F238E27FC236}">
                <a16:creationId xmlns:a16="http://schemas.microsoft.com/office/drawing/2014/main" id="{822B0B65-FA0A-BFE3-F879-91AA7F404B4C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18">
            <a:extLst>
              <a:ext uri="{FF2B5EF4-FFF2-40B4-BE49-F238E27FC236}">
                <a16:creationId xmlns:a16="http://schemas.microsoft.com/office/drawing/2014/main" id="{37C565A8-75E1-486F-DD6F-2142B7D08FE2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19">
            <a:extLst>
              <a:ext uri="{FF2B5EF4-FFF2-40B4-BE49-F238E27FC236}">
                <a16:creationId xmlns:a16="http://schemas.microsoft.com/office/drawing/2014/main" id="{56D8C16B-5F99-809D-70ED-7254DD4B76F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8482" y="2250721"/>
            <a:ext cx="965344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11240"/>
                </a:solidFill>
              </a:defRPr>
            </a:lvl1pPr>
          </a:lstStyle>
          <a:p>
            <a:endParaRPr/>
          </a:p>
        </p:txBody>
      </p:sp>
      <p:sp>
        <p:nvSpPr>
          <p:cNvPr id="59" name="object 9">
            <a:extLst>
              <a:ext uri="{FF2B5EF4-FFF2-40B4-BE49-F238E27FC236}">
                <a16:creationId xmlns:a16="http://schemas.microsoft.com/office/drawing/2014/main" id="{5FC33564-67CA-D7BE-1360-34F9CE594EE7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4B26C464-5E34-DB77-A8D3-71B604766E54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2192919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o 2 Linhas Ser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14F004EC-4E7A-4878-9EE6-C64B66BBC05C}"/>
              </a:ext>
            </a:extLst>
          </p:cNvPr>
          <p:cNvSpPr/>
          <p:nvPr userDrawn="1"/>
        </p:nvSpPr>
        <p:spPr>
          <a:xfrm>
            <a:off x="-550" y="2"/>
            <a:ext cx="12190413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3341CC88-81A6-412E-A761-A76CFDC04733}"/>
              </a:ext>
            </a:extLst>
          </p:cNvPr>
          <p:cNvSpPr/>
          <p:nvPr userDrawn="1"/>
        </p:nvSpPr>
        <p:spPr>
          <a:xfrm>
            <a:off x="0" y="380976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12CABACE-69B7-494F-86EC-351A0D7F33B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0">
            <a:extLst>
              <a:ext uri="{FF2B5EF4-FFF2-40B4-BE49-F238E27FC236}">
                <a16:creationId xmlns:a16="http://schemas.microsoft.com/office/drawing/2014/main" id="{E6C7F318-B5EB-4631-AB7E-4C2F29F62421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E1EB835-7211-E978-5815-96A434E18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FB8BE760-C245-43BE-D8DC-1FC823E7EBE2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36BFC3B-9AE6-522E-6281-E71AC583A00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  <p:sp>
        <p:nvSpPr>
          <p:cNvPr id="20" name="Subtítulo 7">
            <a:extLst>
              <a:ext uri="{FF2B5EF4-FFF2-40B4-BE49-F238E27FC236}">
                <a16:creationId xmlns:a16="http://schemas.microsoft.com/office/drawing/2014/main" id="{25C3CD12-9E3F-88BC-D34A-2B6B2C180FA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1006914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pt-BR" sz="1800" b="0" dirty="0">
                <a:solidFill>
                  <a:srgbClr val="424C70"/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2" name="Holder 2">
            <a:extLst>
              <a:ext uri="{FF2B5EF4-FFF2-40B4-BE49-F238E27FC236}">
                <a16:creationId xmlns:a16="http://schemas.microsoft.com/office/drawing/2014/main" id="{AE1C2091-30F2-C7E5-70BA-635B3130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646777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68188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7">
            <a:extLst>
              <a:ext uri="{FF2B5EF4-FFF2-40B4-BE49-F238E27FC236}">
                <a16:creationId xmlns:a16="http://schemas.microsoft.com/office/drawing/2014/main" id="{0FCD9E70-535E-4124-A253-B9C9F65D96E7}"/>
              </a:ext>
            </a:extLst>
          </p:cNvPr>
          <p:cNvSpPr/>
          <p:nvPr userDrawn="1"/>
        </p:nvSpPr>
        <p:spPr>
          <a:xfrm>
            <a:off x="3542535" y="3"/>
            <a:ext cx="8647879" cy="6857999"/>
          </a:xfrm>
          <a:custGeom>
            <a:avLst/>
            <a:gdLst/>
            <a:ahLst/>
            <a:cxnLst/>
            <a:rect l="l" t="t" r="r" b="b"/>
            <a:pathLst>
              <a:path w="14281150" h="11308715">
                <a:moveTo>
                  <a:pt x="0" y="11308556"/>
                </a:moveTo>
                <a:lnTo>
                  <a:pt x="14280549" y="11308556"/>
                </a:lnTo>
                <a:lnTo>
                  <a:pt x="142805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1">
            <a:extLst>
              <a:ext uri="{FF2B5EF4-FFF2-40B4-BE49-F238E27FC236}">
                <a16:creationId xmlns:a16="http://schemas.microsoft.com/office/drawing/2014/main" id="{21C8F864-9B68-4569-A245-0636154EFE1F}"/>
              </a:ext>
            </a:extLst>
          </p:cNvPr>
          <p:cNvSpPr/>
          <p:nvPr userDrawn="1"/>
        </p:nvSpPr>
        <p:spPr>
          <a:xfrm>
            <a:off x="-3849" y="3880569"/>
            <a:ext cx="1746548" cy="339627"/>
          </a:xfrm>
          <a:custGeom>
            <a:avLst/>
            <a:gdLst/>
            <a:ahLst/>
            <a:cxnLst/>
            <a:rect l="l" t="t" r="r" b="b"/>
            <a:pathLst>
              <a:path w="2880360" h="560070">
                <a:moveTo>
                  <a:pt x="2847044" y="0"/>
                </a:moveTo>
                <a:lnTo>
                  <a:pt x="0" y="0"/>
                </a:lnTo>
                <a:lnTo>
                  <a:pt x="0" y="559690"/>
                </a:lnTo>
                <a:lnTo>
                  <a:pt x="2847222" y="559532"/>
                </a:lnTo>
                <a:lnTo>
                  <a:pt x="2880268" y="526486"/>
                </a:lnTo>
                <a:lnTo>
                  <a:pt x="2880079" y="33046"/>
                </a:lnTo>
                <a:lnTo>
                  <a:pt x="2877480" y="20183"/>
                </a:lnTo>
                <a:lnTo>
                  <a:pt x="2870394" y="9679"/>
                </a:lnTo>
                <a:lnTo>
                  <a:pt x="2859892" y="2596"/>
                </a:lnTo>
                <a:lnTo>
                  <a:pt x="284704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32">
            <a:extLst>
              <a:ext uri="{FF2B5EF4-FFF2-40B4-BE49-F238E27FC236}">
                <a16:creationId xmlns:a16="http://schemas.microsoft.com/office/drawing/2014/main" id="{6B017FDB-F553-4C21-96E8-4A12301FF107}"/>
              </a:ext>
            </a:extLst>
          </p:cNvPr>
          <p:cNvSpPr/>
          <p:nvPr userDrawn="1"/>
        </p:nvSpPr>
        <p:spPr>
          <a:xfrm>
            <a:off x="-3849" y="3201720"/>
            <a:ext cx="1746548" cy="339627"/>
          </a:xfrm>
          <a:custGeom>
            <a:avLst/>
            <a:gdLst/>
            <a:ahLst/>
            <a:cxnLst/>
            <a:rect l="l" t="t" r="r" b="b"/>
            <a:pathLst>
              <a:path w="2880360" h="560070">
                <a:moveTo>
                  <a:pt x="2847044" y="0"/>
                </a:moveTo>
                <a:lnTo>
                  <a:pt x="0" y="0"/>
                </a:lnTo>
                <a:lnTo>
                  <a:pt x="0" y="559690"/>
                </a:lnTo>
                <a:lnTo>
                  <a:pt x="2847222" y="559532"/>
                </a:lnTo>
                <a:lnTo>
                  <a:pt x="2880268" y="526486"/>
                </a:lnTo>
                <a:lnTo>
                  <a:pt x="2880079" y="33046"/>
                </a:lnTo>
                <a:lnTo>
                  <a:pt x="2877480" y="20183"/>
                </a:lnTo>
                <a:lnTo>
                  <a:pt x="2870394" y="9679"/>
                </a:lnTo>
                <a:lnTo>
                  <a:pt x="2859892" y="2596"/>
                </a:lnTo>
                <a:lnTo>
                  <a:pt x="284704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33">
            <a:extLst>
              <a:ext uri="{FF2B5EF4-FFF2-40B4-BE49-F238E27FC236}">
                <a16:creationId xmlns:a16="http://schemas.microsoft.com/office/drawing/2014/main" id="{23A76A85-D9AF-4D6F-BB81-AD3EA2D767D2}"/>
              </a:ext>
            </a:extLst>
          </p:cNvPr>
          <p:cNvSpPr/>
          <p:nvPr userDrawn="1"/>
        </p:nvSpPr>
        <p:spPr>
          <a:xfrm>
            <a:off x="-3849" y="2522869"/>
            <a:ext cx="1746548" cy="339627"/>
          </a:xfrm>
          <a:custGeom>
            <a:avLst/>
            <a:gdLst/>
            <a:ahLst/>
            <a:cxnLst/>
            <a:rect l="l" t="t" r="r" b="b"/>
            <a:pathLst>
              <a:path w="2880360" h="560070">
                <a:moveTo>
                  <a:pt x="2847044" y="0"/>
                </a:moveTo>
                <a:lnTo>
                  <a:pt x="0" y="0"/>
                </a:lnTo>
                <a:lnTo>
                  <a:pt x="0" y="559690"/>
                </a:lnTo>
                <a:lnTo>
                  <a:pt x="2847222" y="559532"/>
                </a:lnTo>
                <a:lnTo>
                  <a:pt x="2880268" y="526486"/>
                </a:lnTo>
                <a:lnTo>
                  <a:pt x="2880079" y="33046"/>
                </a:lnTo>
                <a:lnTo>
                  <a:pt x="2877480" y="20183"/>
                </a:lnTo>
                <a:lnTo>
                  <a:pt x="2870394" y="9679"/>
                </a:lnTo>
                <a:lnTo>
                  <a:pt x="2859892" y="2596"/>
                </a:lnTo>
                <a:lnTo>
                  <a:pt x="284704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6F54276-E675-426A-ACDA-CEC2F992A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5E80365F-7179-4825-9AB4-223C78A73EC3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0">
            <a:extLst>
              <a:ext uri="{FF2B5EF4-FFF2-40B4-BE49-F238E27FC236}">
                <a16:creationId xmlns:a16="http://schemas.microsoft.com/office/drawing/2014/main" id="{CA4E41D3-0712-4BEF-B203-4F5B93632649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8FA31A2D-675B-4E4A-BBDF-E45043FA1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6524" y="3918538"/>
            <a:ext cx="3935124" cy="221008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395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22750ADE-BCB1-4A30-A7EC-15667FEAF4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0523" y="2419874"/>
            <a:ext cx="3935124" cy="1190967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3000" b="1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adicionar um título</a:t>
            </a:r>
          </a:p>
        </p:txBody>
      </p:sp>
      <p:sp>
        <p:nvSpPr>
          <p:cNvPr id="30" name="Holder 2">
            <a:extLst>
              <a:ext uri="{FF2B5EF4-FFF2-40B4-BE49-F238E27FC236}">
                <a16:creationId xmlns:a16="http://schemas.microsoft.com/office/drawing/2014/main" id="{500ED67F-AC14-DFD7-7371-D53A6188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443" y="286875"/>
            <a:ext cx="5834270" cy="885941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2395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00AC41D-305C-E139-B316-8BA57B4851C1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ED2EF09C-F27F-D415-DCA1-FAE904799097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1">
              <a:extLst>
                <a:ext uri="{FF2B5EF4-FFF2-40B4-BE49-F238E27FC236}">
                  <a16:creationId xmlns:a16="http://schemas.microsoft.com/office/drawing/2014/main" id="{838FC480-799B-621F-46AE-0D63A3F74479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45">
              <a:extLst>
                <a:ext uri="{FF2B5EF4-FFF2-40B4-BE49-F238E27FC236}">
                  <a16:creationId xmlns:a16="http://schemas.microsoft.com/office/drawing/2014/main" id="{E2C7E74E-E976-96D3-A072-F1A45597C0D3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38">
              <a:extLst>
                <a:ext uri="{FF2B5EF4-FFF2-40B4-BE49-F238E27FC236}">
                  <a16:creationId xmlns:a16="http://schemas.microsoft.com/office/drawing/2014/main" id="{FD161B0F-4575-4B14-C596-E17CC7ED0084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01FF709C-AF70-7982-000E-BC22780AE311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40">
              <a:extLst>
                <a:ext uri="{FF2B5EF4-FFF2-40B4-BE49-F238E27FC236}">
                  <a16:creationId xmlns:a16="http://schemas.microsoft.com/office/drawing/2014/main" id="{90038417-0C1C-7DCB-388C-6A7B2E7F5823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1">
              <a:extLst>
                <a:ext uri="{FF2B5EF4-FFF2-40B4-BE49-F238E27FC236}">
                  <a16:creationId xmlns:a16="http://schemas.microsoft.com/office/drawing/2014/main" id="{DE3DD1BD-9645-DD3A-75A2-FEB0056490A2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094E4222-F138-49A8-722B-FCF36A444366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46">
              <a:extLst>
                <a:ext uri="{FF2B5EF4-FFF2-40B4-BE49-F238E27FC236}">
                  <a16:creationId xmlns:a16="http://schemas.microsoft.com/office/drawing/2014/main" id="{C51EB512-2B84-2188-BA29-0D72D906152D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6" name="object 47">
              <a:extLst>
                <a:ext uri="{FF2B5EF4-FFF2-40B4-BE49-F238E27FC236}">
                  <a16:creationId xmlns:a16="http://schemas.microsoft.com/office/drawing/2014/main" id="{72749AB4-321E-3F48-669C-D1F950858CE2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5" name="object 9">
            <a:extLst>
              <a:ext uri="{FF2B5EF4-FFF2-40B4-BE49-F238E27FC236}">
                <a16:creationId xmlns:a16="http://schemas.microsoft.com/office/drawing/2014/main" id="{DE4C8157-9306-F118-B9AF-55FC6667A0D9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F8FD19E-93F6-05C5-0D16-E47844476E8B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498773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97">
          <p15:clr>
            <a:srgbClr val="FBAE40"/>
          </p15:clr>
        </p15:guide>
        <p15:guide id="2" pos="3839">
          <p15:clr>
            <a:srgbClr val="FBAE40"/>
          </p15:clr>
        </p15:guide>
        <p15:guide id="3" orient="horz" pos="2228">
          <p15:clr>
            <a:srgbClr val="FBAE40"/>
          </p15:clr>
        </p15:guide>
        <p15:guide id="4" orient="horz" pos="26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epoimen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EEF9D2F6-8F9A-47D5-9D02-9CC47FFD228F}"/>
              </a:ext>
            </a:extLst>
          </p:cNvPr>
          <p:cNvSpPr txBox="1"/>
          <p:nvPr userDrawn="1"/>
        </p:nvSpPr>
        <p:spPr>
          <a:xfrm>
            <a:off x="11682342" y="6372030"/>
            <a:ext cx="127449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6">
                <a:solidFill>
                  <a:srgbClr val="031240"/>
                </a:solidFill>
                <a:latin typeface="Arial"/>
                <a:cs typeface="Arial"/>
              </a:rPr>
              <a:t>19</a:t>
            </a:r>
            <a:endParaRPr sz="879">
              <a:latin typeface="Arial"/>
              <a:cs typeface="Arial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F1DF6984-9D1D-419B-B13D-FC18D36D9461}"/>
              </a:ext>
            </a:extLst>
          </p:cNvPr>
          <p:cNvSpPr/>
          <p:nvPr userDrawn="1"/>
        </p:nvSpPr>
        <p:spPr>
          <a:xfrm>
            <a:off x="0" y="380973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DDDE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A8BD690-9DF0-464C-BCA2-5D5782638305}"/>
              </a:ext>
            </a:extLst>
          </p:cNvPr>
          <p:cNvSpPr/>
          <p:nvPr userDrawn="1"/>
        </p:nvSpPr>
        <p:spPr>
          <a:xfrm>
            <a:off x="0" y="2"/>
            <a:ext cx="3561634" cy="6857615"/>
          </a:xfrm>
          <a:custGeom>
            <a:avLst/>
            <a:gdLst/>
            <a:ahLst/>
            <a:cxnLst/>
            <a:rect l="l" t="t" r="r" b="b"/>
            <a:pathLst>
              <a:path w="5873750" h="11308715">
                <a:moveTo>
                  <a:pt x="0" y="11308556"/>
                </a:moveTo>
                <a:lnTo>
                  <a:pt x="5873297" y="11308556"/>
                </a:lnTo>
                <a:lnTo>
                  <a:pt x="587329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Espaço Reservado para Texto 4">
            <a:extLst>
              <a:ext uri="{FF2B5EF4-FFF2-40B4-BE49-F238E27FC236}">
                <a16:creationId xmlns:a16="http://schemas.microsoft.com/office/drawing/2014/main" id="{6D2B1A09-CF32-4DE5-BB2E-5621FC8BD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68445" y="713970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conteúdo</a:t>
            </a: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318BE29-D230-4ABE-B744-0EF562D272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DEDB108-28E6-1171-B8C8-7F51B649D157}"/>
              </a:ext>
            </a:extLst>
          </p:cNvPr>
          <p:cNvSpPr/>
          <p:nvPr userDrawn="1"/>
        </p:nvSpPr>
        <p:spPr>
          <a:xfrm>
            <a:off x="0" y="3489631"/>
            <a:ext cx="2768601" cy="270000"/>
          </a:xfrm>
          <a:prstGeom prst="rect">
            <a:avLst/>
          </a:prstGeom>
          <a:solidFill>
            <a:srgbClr val="E5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B607B1E-4AA6-AD17-5441-49FC6D0339A0}"/>
              </a:ext>
            </a:extLst>
          </p:cNvPr>
          <p:cNvSpPr/>
          <p:nvPr userDrawn="1"/>
        </p:nvSpPr>
        <p:spPr>
          <a:xfrm>
            <a:off x="-1" y="2880108"/>
            <a:ext cx="3172247" cy="270000"/>
          </a:xfrm>
          <a:prstGeom prst="rect">
            <a:avLst/>
          </a:prstGeom>
          <a:solidFill>
            <a:srgbClr val="E5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30" name="Espaço Reservado para Texto 4">
            <a:extLst>
              <a:ext uri="{FF2B5EF4-FFF2-40B4-BE49-F238E27FC236}">
                <a16:creationId xmlns:a16="http://schemas.microsoft.com/office/drawing/2014/main" id="{4ED0578B-A33B-270D-8238-56BCCFD5D3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3595" y="2756444"/>
            <a:ext cx="3529201" cy="1058688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3000" b="1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adicionar um título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40D94922-96F8-C5EA-D7CF-A5279F30ED3D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CFAB35DD-9B7E-7FE9-A4C0-8E55FDE2E26F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1">
              <a:extLst>
                <a:ext uri="{FF2B5EF4-FFF2-40B4-BE49-F238E27FC236}">
                  <a16:creationId xmlns:a16="http://schemas.microsoft.com/office/drawing/2014/main" id="{20CABD55-7E9B-DC8C-5F48-577B8BB0B4A4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45">
              <a:extLst>
                <a:ext uri="{FF2B5EF4-FFF2-40B4-BE49-F238E27FC236}">
                  <a16:creationId xmlns:a16="http://schemas.microsoft.com/office/drawing/2014/main" id="{103D72FD-F6C7-6084-CD5F-E1159C2E8D7E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7D145F17-594A-F6B6-D76F-C41006CA4CFA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94292B40-AECE-A03B-54F6-04B7D89706B6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91DF8D5B-F384-4620-6B92-F6572D45ED96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65D3540B-97E6-3959-048D-17A54361C586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6E42A48E-1A94-9D03-B3EF-20A507AB0D44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46">
              <a:extLst>
                <a:ext uri="{FF2B5EF4-FFF2-40B4-BE49-F238E27FC236}">
                  <a16:creationId xmlns:a16="http://schemas.microsoft.com/office/drawing/2014/main" id="{D3565772-6031-20ED-13EE-DF3E7799A4B7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6" name="object 47">
              <a:extLst>
                <a:ext uri="{FF2B5EF4-FFF2-40B4-BE49-F238E27FC236}">
                  <a16:creationId xmlns:a16="http://schemas.microsoft.com/office/drawing/2014/main" id="{B0399AE9-A1B9-8FDB-05F9-842140FAE819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3" name="object 9">
            <a:extLst>
              <a:ext uri="{FF2B5EF4-FFF2-40B4-BE49-F238E27FC236}">
                <a16:creationId xmlns:a16="http://schemas.microsoft.com/office/drawing/2014/main" id="{2DE08285-2209-DF33-FC4D-E747C5DEFF2F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07D99D0-85F6-F1B6-1415-7348263A2BB8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4845213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epoimen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EEF9D2F6-8F9A-47D5-9D02-9CC47FFD228F}"/>
              </a:ext>
            </a:extLst>
          </p:cNvPr>
          <p:cNvSpPr txBox="1"/>
          <p:nvPr userDrawn="1"/>
        </p:nvSpPr>
        <p:spPr>
          <a:xfrm>
            <a:off x="11682342" y="6372030"/>
            <a:ext cx="127449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6">
                <a:solidFill>
                  <a:srgbClr val="031240"/>
                </a:solidFill>
                <a:latin typeface="Arial"/>
                <a:cs typeface="Arial"/>
              </a:rPr>
              <a:t>19</a:t>
            </a:r>
            <a:endParaRPr sz="879">
              <a:latin typeface="Arial"/>
              <a:cs typeface="Arial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F1DF6984-9D1D-419B-B13D-FC18D36D9461}"/>
              </a:ext>
            </a:extLst>
          </p:cNvPr>
          <p:cNvSpPr/>
          <p:nvPr userDrawn="1"/>
        </p:nvSpPr>
        <p:spPr>
          <a:xfrm>
            <a:off x="0" y="380973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DDDE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9F92EED5-C2AE-46FE-BD77-437613456F20}"/>
              </a:ext>
            </a:extLst>
          </p:cNvPr>
          <p:cNvSpPr/>
          <p:nvPr userDrawn="1"/>
        </p:nvSpPr>
        <p:spPr>
          <a:xfrm>
            <a:off x="3561635" y="387"/>
            <a:ext cx="8629164" cy="6857615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A8BD690-9DF0-464C-BCA2-5D5782638305}"/>
              </a:ext>
            </a:extLst>
          </p:cNvPr>
          <p:cNvSpPr/>
          <p:nvPr userDrawn="1"/>
        </p:nvSpPr>
        <p:spPr>
          <a:xfrm>
            <a:off x="0" y="2"/>
            <a:ext cx="3561634" cy="6857615"/>
          </a:xfrm>
          <a:custGeom>
            <a:avLst/>
            <a:gdLst/>
            <a:ahLst/>
            <a:cxnLst/>
            <a:rect l="l" t="t" r="r" b="b"/>
            <a:pathLst>
              <a:path w="5873750" h="11308715">
                <a:moveTo>
                  <a:pt x="0" y="11308556"/>
                </a:moveTo>
                <a:lnTo>
                  <a:pt x="5873297" y="11308556"/>
                </a:lnTo>
                <a:lnTo>
                  <a:pt x="587329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Holder 2">
            <a:extLst>
              <a:ext uri="{FF2B5EF4-FFF2-40B4-BE49-F238E27FC236}">
                <a16:creationId xmlns:a16="http://schemas.microsoft.com/office/drawing/2014/main" id="{864BC9C6-8906-49B1-BA62-35EABCBAC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2284" y="286875"/>
            <a:ext cx="5832832" cy="320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5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sp>
        <p:nvSpPr>
          <p:cNvPr id="34" name="object 7">
            <a:extLst>
              <a:ext uri="{FF2B5EF4-FFF2-40B4-BE49-F238E27FC236}">
                <a16:creationId xmlns:a16="http://schemas.microsoft.com/office/drawing/2014/main" id="{B2B6FD4D-BEDB-4DB6-A645-C0CF5BC775D8}"/>
              </a:ext>
            </a:extLst>
          </p:cNvPr>
          <p:cNvSpPr txBox="1"/>
          <p:nvPr userDrawn="1"/>
        </p:nvSpPr>
        <p:spPr>
          <a:xfrm>
            <a:off x="6141412" y="1814974"/>
            <a:ext cx="587188" cy="1392763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9004" b="1" spc="-3">
                <a:solidFill>
                  <a:srgbClr val="031240"/>
                </a:solidFill>
                <a:latin typeface="Arial"/>
                <a:cs typeface="Arial"/>
              </a:rPr>
              <a:t>“</a:t>
            </a:r>
            <a:endParaRPr sz="9004">
              <a:latin typeface="Arial"/>
              <a:cs typeface="Arial"/>
            </a:endParaRPr>
          </a:p>
        </p:txBody>
      </p:sp>
      <p:sp>
        <p:nvSpPr>
          <p:cNvPr id="36" name="Espaço Reservado para Texto 4">
            <a:extLst>
              <a:ext uri="{FF2B5EF4-FFF2-40B4-BE49-F238E27FC236}">
                <a16:creationId xmlns:a16="http://schemas.microsoft.com/office/drawing/2014/main" id="{6D2B1A09-CF32-4DE5-BB2E-5621FC8BD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27062" y="2224188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um quote</a:t>
            </a:r>
          </a:p>
        </p:txBody>
      </p:sp>
      <p:sp>
        <p:nvSpPr>
          <p:cNvPr id="39" name="Espaço Reservado para Imagem 6">
            <a:extLst>
              <a:ext uri="{FF2B5EF4-FFF2-40B4-BE49-F238E27FC236}">
                <a16:creationId xmlns:a16="http://schemas.microsoft.com/office/drawing/2014/main" id="{4A7BBD86-94A3-47AD-9342-FBF61E2CCC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8796" y="1567351"/>
            <a:ext cx="5040039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318BE29-D230-4ABE-B744-0EF562D272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0" name="Espaço Reservado para Texto 3">
            <a:extLst>
              <a:ext uri="{FF2B5EF4-FFF2-40B4-BE49-F238E27FC236}">
                <a16:creationId xmlns:a16="http://schemas.microsoft.com/office/drawing/2014/main" id="{D5587168-390F-49D6-B136-4B37E596F2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11661" y="4734768"/>
            <a:ext cx="1062714" cy="18197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Autor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8BDC2613-A28A-F28E-C61A-A17DD136DB6D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28" name="object 37">
              <a:extLst>
                <a:ext uri="{FF2B5EF4-FFF2-40B4-BE49-F238E27FC236}">
                  <a16:creationId xmlns:a16="http://schemas.microsoft.com/office/drawing/2014/main" id="{B295D8EE-6F9B-A6A6-6844-63A9BAEC9E2A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41">
              <a:extLst>
                <a:ext uri="{FF2B5EF4-FFF2-40B4-BE49-F238E27FC236}">
                  <a16:creationId xmlns:a16="http://schemas.microsoft.com/office/drawing/2014/main" id="{995325F2-E160-CC44-6650-1C655EA11514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object 45">
              <a:extLst>
                <a:ext uri="{FF2B5EF4-FFF2-40B4-BE49-F238E27FC236}">
                  <a16:creationId xmlns:a16="http://schemas.microsoft.com/office/drawing/2014/main" id="{C3B878A5-46BA-46E4-6FE8-91A59FF2ACDC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38">
              <a:extLst>
                <a:ext uri="{FF2B5EF4-FFF2-40B4-BE49-F238E27FC236}">
                  <a16:creationId xmlns:a16="http://schemas.microsoft.com/office/drawing/2014/main" id="{656BB19C-AC3F-F9D4-E9FA-A0B8974B8C13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39">
              <a:extLst>
                <a:ext uri="{FF2B5EF4-FFF2-40B4-BE49-F238E27FC236}">
                  <a16:creationId xmlns:a16="http://schemas.microsoft.com/office/drawing/2014/main" id="{7FF6B866-B286-49BC-2714-80D7800A7494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40">
              <a:extLst>
                <a:ext uri="{FF2B5EF4-FFF2-40B4-BE49-F238E27FC236}">
                  <a16:creationId xmlns:a16="http://schemas.microsoft.com/office/drawing/2014/main" id="{78D7C927-7C6F-6434-70E8-63F34C5239A0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41">
              <a:extLst>
                <a:ext uri="{FF2B5EF4-FFF2-40B4-BE49-F238E27FC236}">
                  <a16:creationId xmlns:a16="http://schemas.microsoft.com/office/drawing/2014/main" id="{B666D171-7B09-39D3-0F2B-EF6172F47DC1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4C659048-D3F3-FD9E-0892-3EC4AA46BEBC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6">
              <a:extLst>
                <a:ext uri="{FF2B5EF4-FFF2-40B4-BE49-F238E27FC236}">
                  <a16:creationId xmlns:a16="http://schemas.microsoft.com/office/drawing/2014/main" id="{716CD8FD-4C34-FFB5-5267-186802D90EB7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41FCD6BA-3FEE-7C02-B679-039FD90EF5F1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6" name="object 9">
            <a:extLst>
              <a:ext uri="{FF2B5EF4-FFF2-40B4-BE49-F238E27FC236}">
                <a16:creationId xmlns:a16="http://schemas.microsoft.com/office/drawing/2014/main" id="{09561FF1-30A5-BD3E-6DFD-7C34FE09E376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FC903B2B-23F7-CE08-A8DB-F7F8B43D0C6C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4003897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Depoimen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EEF9D2F6-8F9A-47D5-9D02-9CC47FFD228F}"/>
              </a:ext>
            </a:extLst>
          </p:cNvPr>
          <p:cNvSpPr txBox="1"/>
          <p:nvPr userDrawn="1"/>
        </p:nvSpPr>
        <p:spPr>
          <a:xfrm>
            <a:off x="11682342" y="6372030"/>
            <a:ext cx="127449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6">
                <a:solidFill>
                  <a:srgbClr val="031240"/>
                </a:solidFill>
                <a:latin typeface="Arial"/>
                <a:cs typeface="Arial"/>
              </a:rPr>
              <a:t>19</a:t>
            </a:r>
            <a:endParaRPr sz="879">
              <a:latin typeface="Arial"/>
              <a:cs typeface="Arial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F1DF6984-9D1D-419B-B13D-FC18D36D9461}"/>
              </a:ext>
            </a:extLst>
          </p:cNvPr>
          <p:cNvSpPr/>
          <p:nvPr userDrawn="1"/>
        </p:nvSpPr>
        <p:spPr>
          <a:xfrm>
            <a:off x="0" y="380973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DDDE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9F92EED5-C2AE-46FE-BD77-437613456F20}"/>
              </a:ext>
            </a:extLst>
          </p:cNvPr>
          <p:cNvSpPr/>
          <p:nvPr userDrawn="1"/>
        </p:nvSpPr>
        <p:spPr>
          <a:xfrm>
            <a:off x="3561635" y="387"/>
            <a:ext cx="8629164" cy="6857615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A8BD690-9DF0-464C-BCA2-5D5782638305}"/>
              </a:ext>
            </a:extLst>
          </p:cNvPr>
          <p:cNvSpPr/>
          <p:nvPr userDrawn="1"/>
        </p:nvSpPr>
        <p:spPr>
          <a:xfrm>
            <a:off x="0" y="2"/>
            <a:ext cx="3561634" cy="6857615"/>
          </a:xfrm>
          <a:custGeom>
            <a:avLst/>
            <a:gdLst/>
            <a:ahLst/>
            <a:cxnLst/>
            <a:rect l="l" t="t" r="r" b="b"/>
            <a:pathLst>
              <a:path w="5873750" h="11308715">
                <a:moveTo>
                  <a:pt x="0" y="11308556"/>
                </a:moveTo>
                <a:lnTo>
                  <a:pt x="5873297" y="11308556"/>
                </a:lnTo>
                <a:lnTo>
                  <a:pt x="587329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Holder 2">
            <a:extLst>
              <a:ext uri="{FF2B5EF4-FFF2-40B4-BE49-F238E27FC236}">
                <a16:creationId xmlns:a16="http://schemas.microsoft.com/office/drawing/2014/main" id="{864BC9C6-8906-49B1-BA62-35EABCBAC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2285" y="286875"/>
            <a:ext cx="5920160" cy="320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5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sp>
        <p:nvSpPr>
          <p:cNvPr id="34" name="object 7">
            <a:extLst>
              <a:ext uri="{FF2B5EF4-FFF2-40B4-BE49-F238E27FC236}">
                <a16:creationId xmlns:a16="http://schemas.microsoft.com/office/drawing/2014/main" id="{B2B6FD4D-BEDB-4DB6-A645-C0CF5BC775D8}"/>
              </a:ext>
            </a:extLst>
          </p:cNvPr>
          <p:cNvSpPr txBox="1"/>
          <p:nvPr userDrawn="1"/>
        </p:nvSpPr>
        <p:spPr>
          <a:xfrm>
            <a:off x="6141412" y="1814974"/>
            <a:ext cx="587188" cy="1392763"/>
          </a:xfrm>
          <a:prstGeom prst="rect">
            <a:avLst/>
          </a:prstGeom>
        </p:spPr>
        <p:txBody>
          <a:bodyPr vert="horz" wrap="square" lIns="0" tIns="6930" rIns="0" bIns="0" rtlCol="0">
            <a:spAutoFit/>
          </a:bodyPr>
          <a:lstStyle/>
          <a:p>
            <a:pPr marL="7700">
              <a:lnSpc>
                <a:spcPct val="100000"/>
              </a:lnSpc>
              <a:spcBef>
                <a:spcPts val="55"/>
              </a:spcBef>
            </a:pPr>
            <a:r>
              <a:rPr sz="9004" b="1" spc="-3">
                <a:solidFill>
                  <a:srgbClr val="031240"/>
                </a:solidFill>
                <a:latin typeface="Arial"/>
                <a:cs typeface="Arial"/>
              </a:rPr>
              <a:t>“</a:t>
            </a:r>
            <a:endParaRPr sz="9004">
              <a:latin typeface="Arial"/>
              <a:cs typeface="Arial"/>
            </a:endParaRPr>
          </a:p>
        </p:txBody>
      </p:sp>
      <p:sp>
        <p:nvSpPr>
          <p:cNvPr id="36" name="Espaço Reservado para Texto 4">
            <a:extLst>
              <a:ext uri="{FF2B5EF4-FFF2-40B4-BE49-F238E27FC236}">
                <a16:creationId xmlns:a16="http://schemas.microsoft.com/office/drawing/2014/main" id="{6D2B1A09-CF32-4DE5-BB2E-5621FC8BD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27062" y="2224188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um quote</a:t>
            </a:r>
          </a:p>
        </p:txBody>
      </p:sp>
      <p:sp>
        <p:nvSpPr>
          <p:cNvPr id="39" name="Espaço Reservado para Imagem 6">
            <a:extLst>
              <a:ext uri="{FF2B5EF4-FFF2-40B4-BE49-F238E27FC236}">
                <a16:creationId xmlns:a16="http://schemas.microsoft.com/office/drawing/2014/main" id="{4A7BBD86-94A3-47AD-9342-FBF61E2CCC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8796" y="1567351"/>
            <a:ext cx="5040039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318BE29-D230-4ABE-B744-0EF562D272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0" name="Espaço Reservado para Texto 3">
            <a:extLst>
              <a:ext uri="{FF2B5EF4-FFF2-40B4-BE49-F238E27FC236}">
                <a16:creationId xmlns:a16="http://schemas.microsoft.com/office/drawing/2014/main" id="{D5587168-390F-49D6-B136-4B37E596F2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11661" y="4734768"/>
            <a:ext cx="1062714" cy="18197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Autor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4EC83152-8F8A-4AC8-8B0B-3F955C360909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28" name="object 37">
              <a:extLst>
                <a:ext uri="{FF2B5EF4-FFF2-40B4-BE49-F238E27FC236}">
                  <a16:creationId xmlns:a16="http://schemas.microsoft.com/office/drawing/2014/main" id="{BE1CB5DD-02B5-420F-67F6-1768DB65CCA8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41">
              <a:extLst>
                <a:ext uri="{FF2B5EF4-FFF2-40B4-BE49-F238E27FC236}">
                  <a16:creationId xmlns:a16="http://schemas.microsoft.com/office/drawing/2014/main" id="{506CD877-BF8A-6A72-CCA1-CB146AC662C1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object 45">
              <a:extLst>
                <a:ext uri="{FF2B5EF4-FFF2-40B4-BE49-F238E27FC236}">
                  <a16:creationId xmlns:a16="http://schemas.microsoft.com/office/drawing/2014/main" id="{563A10F3-C2BE-C58A-11A7-5C2EFB238E15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38">
              <a:extLst>
                <a:ext uri="{FF2B5EF4-FFF2-40B4-BE49-F238E27FC236}">
                  <a16:creationId xmlns:a16="http://schemas.microsoft.com/office/drawing/2014/main" id="{2AB5F536-B8C2-76C2-899D-F333076D9643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39">
              <a:extLst>
                <a:ext uri="{FF2B5EF4-FFF2-40B4-BE49-F238E27FC236}">
                  <a16:creationId xmlns:a16="http://schemas.microsoft.com/office/drawing/2014/main" id="{C40754BF-8F3B-C62D-6F7E-491EB2E01C9A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40">
              <a:extLst>
                <a:ext uri="{FF2B5EF4-FFF2-40B4-BE49-F238E27FC236}">
                  <a16:creationId xmlns:a16="http://schemas.microsoft.com/office/drawing/2014/main" id="{34F47E10-9C9B-6BA4-298A-9BBD381D5BEB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41">
              <a:extLst>
                <a:ext uri="{FF2B5EF4-FFF2-40B4-BE49-F238E27FC236}">
                  <a16:creationId xmlns:a16="http://schemas.microsoft.com/office/drawing/2014/main" id="{9FC1955D-09B3-8661-DC48-33C371FD726E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DA3830D2-ABFE-34CF-19A3-E944172F1B8E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6">
              <a:extLst>
                <a:ext uri="{FF2B5EF4-FFF2-40B4-BE49-F238E27FC236}">
                  <a16:creationId xmlns:a16="http://schemas.microsoft.com/office/drawing/2014/main" id="{CA645138-364F-0625-D7FA-02EBA8A45587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B78F47CD-AD9F-1D78-36DC-2DA3746F6D5B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7" name="object 9">
            <a:extLst>
              <a:ext uri="{FF2B5EF4-FFF2-40B4-BE49-F238E27FC236}">
                <a16:creationId xmlns:a16="http://schemas.microsoft.com/office/drawing/2014/main" id="{70F107BB-1DE7-CFBF-D1EC-CA7EA424EDFE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0493A080-C631-7670-224B-4EECAA02AEDF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14488380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524" y="3"/>
            <a:ext cx="12171546" cy="6857615"/>
          </a:xfrm>
          <a:custGeom>
            <a:avLst/>
            <a:gdLst/>
            <a:ahLst/>
            <a:cxnLst/>
            <a:rect l="l" t="t" r="r" b="b"/>
            <a:pathLst>
              <a:path w="20072985" h="11308715">
                <a:moveTo>
                  <a:pt x="0" y="11308556"/>
                </a:moveTo>
                <a:lnTo>
                  <a:pt x="20072687" y="11308556"/>
                </a:lnTo>
                <a:lnTo>
                  <a:pt x="2007268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B7B4F426-18FB-4FB5-1D33-C5BB8E9DEBD3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520BC1F9-D5B9-65A1-BC05-F954676F2B89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4" name="object 19">
            <a:extLst>
              <a:ext uri="{FF2B5EF4-FFF2-40B4-BE49-F238E27FC236}">
                <a16:creationId xmlns:a16="http://schemas.microsoft.com/office/drawing/2014/main" id="{43FBE1A8-5A06-475E-6452-5C6E2A69277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BA7E3D0-EAFA-91B2-8810-479DCC857B87}"/>
              </a:ext>
            </a:extLst>
          </p:cNvPr>
          <p:cNvSpPr/>
          <p:nvPr userDrawn="1"/>
        </p:nvSpPr>
        <p:spPr>
          <a:xfrm>
            <a:off x="7453931" y="3"/>
            <a:ext cx="4736483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>
              <a:latin typeface="Arial" panose="020B0604020202020204" pitchFamily="34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8482" y="2250721"/>
            <a:ext cx="965344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11240"/>
                </a:solidFill>
              </a:defRPr>
            </a:lvl1pPr>
          </a:lstStyle>
          <a:p>
            <a:endParaRPr/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93E2D43D-CC40-4919-B4BF-A6E84E9D600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89889" y="5046271"/>
            <a:ext cx="8533289" cy="2752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89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E6E0A74E-718F-D322-3F53-01BEE00E58A5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682F769-FCB2-0B66-76CA-99903F2CF1A7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40652670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sór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587B6B-E3E6-CD4C-BE5A-4CDD7C2796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B4EFAFC-3CB0-AE4D-A8BD-070B5472C3D1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4F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44DF5E-2FA0-934C-B19F-6B407774E9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81079" y="2034132"/>
            <a:ext cx="4145079" cy="2576118"/>
          </a:xfrm>
          <a:prstGeom prst="rect">
            <a:avLst/>
          </a:prstGeom>
        </p:spPr>
      </p:pic>
      <p:cxnSp>
        <p:nvCxnSpPr>
          <p:cNvPr id="6" name="Straight Connector 15">
            <a:extLst>
              <a:ext uri="{FF2B5EF4-FFF2-40B4-BE49-F238E27FC236}">
                <a16:creationId xmlns:a16="http://schemas.microsoft.com/office/drawing/2014/main" id="{5E99A953-E8A1-D548-B433-5CB4CCD71989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bject 10">
            <a:extLst>
              <a:ext uri="{FF2B5EF4-FFF2-40B4-BE49-F238E27FC236}">
                <a16:creationId xmlns:a16="http://schemas.microsoft.com/office/drawing/2014/main" id="{EDE500E0-B8F7-EA4B-8609-A4E71047C02B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7">
            <a:extLst>
              <a:ext uri="{FF2B5EF4-FFF2-40B4-BE49-F238E27FC236}">
                <a16:creationId xmlns:a16="http://schemas.microsoft.com/office/drawing/2014/main" id="{D7E5E064-8648-9B4C-B83D-8A73B7712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6455" y="2017883"/>
            <a:ext cx="10513557" cy="1325584"/>
          </a:xfrm>
          <a:prstGeom prst="rect">
            <a:avLst/>
          </a:prstGeom>
        </p:spPr>
        <p:txBody>
          <a:bodyPr/>
          <a:lstStyle>
            <a:lvl1pPr>
              <a:defRPr sz="4200" b="1"/>
            </a:lvl1pPr>
          </a:lstStyle>
          <a:p>
            <a:r>
              <a:rPr lang="pt-BR"/>
              <a:t>Aqui vai um título para divisória de assunto</a:t>
            </a:r>
          </a:p>
        </p:txBody>
      </p:sp>
      <p:sp>
        <p:nvSpPr>
          <p:cNvPr id="10" name="Espaço Reservado para Texto 4">
            <a:extLst>
              <a:ext uri="{FF2B5EF4-FFF2-40B4-BE49-F238E27FC236}">
                <a16:creationId xmlns:a16="http://schemas.microsoft.com/office/drawing/2014/main" id="{15CB2F1B-95B5-2514-F749-C9CDABF6E4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6524" y="3918538"/>
            <a:ext cx="3935124" cy="221008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395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3FC99DC-7D07-F44A-BA20-CE62D0325F31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FF4CA34-DC02-34A9-A069-CD620E7380B9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6058367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sór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D2286C-A2CC-5549-941D-551D8F7757DF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highlight>
                <a:srgbClr val="011240"/>
              </a:highlight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C05CB-34D6-8A43-9BDD-D08649AE2E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object 17">
            <a:extLst>
              <a:ext uri="{FF2B5EF4-FFF2-40B4-BE49-F238E27FC236}">
                <a16:creationId xmlns:a16="http://schemas.microsoft.com/office/drawing/2014/main" id="{DE8775C0-0C68-7846-80D4-1B1669CFEE6A}"/>
              </a:ext>
            </a:extLst>
          </p:cNvPr>
          <p:cNvSpPr/>
          <p:nvPr userDrawn="1"/>
        </p:nvSpPr>
        <p:spPr>
          <a:xfrm>
            <a:off x="-96260" y="1734396"/>
            <a:ext cx="7207976" cy="455476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AB06248E-4656-9B44-986E-6B9A92302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6455" y="1734397"/>
            <a:ext cx="10513557" cy="1325584"/>
          </a:xfrm>
          <a:prstGeom prst="rect">
            <a:avLst/>
          </a:prstGeom>
        </p:spPr>
        <p:txBody>
          <a:bodyPr/>
          <a:lstStyle>
            <a:lvl1pPr>
              <a:defRPr sz="4200" b="1"/>
            </a:lvl1pPr>
          </a:lstStyle>
          <a:p>
            <a:r>
              <a:rPr lang="pt-BR"/>
              <a:t>Aqui vai um título para divisória de assunto</a:t>
            </a:r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502F271F-0C9A-BF4A-B513-6E762D94777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10">
            <a:extLst>
              <a:ext uri="{FF2B5EF4-FFF2-40B4-BE49-F238E27FC236}">
                <a16:creationId xmlns:a16="http://schemas.microsoft.com/office/drawing/2014/main" id="{3E098B92-1780-7E47-9F35-7FEB3A057A7C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ço Reservado para Texto 4">
            <a:extLst>
              <a:ext uri="{FF2B5EF4-FFF2-40B4-BE49-F238E27FC236}">
                <a16:creationId xmlns:a16="http://schemas.microsoft.com/office/drawing/2014/main" id="{6C9DC951-9C47-FD43-77E1-8CC803CD64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6524" y="3918538"/>
            <a:ext cx="3935124" cy="221008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395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D3C25990-E805-9F85-5268-EB18DD77ACAE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FB6585F-967C-6777-904A-793EA147790A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24935449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sór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D2286C-A2CC-5549-941D-551D8F7757DF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highlight>
                <a:srgbClr val="011240"/>
              </a:highlight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C05CB-34D6-8A43-9BDD-D08649AE2E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502F271F-0C9A-BF4A-B513-6E762D94777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10">
            <a:extLst>
              <a:ext uri="{FF2B5EF4-FFF2-40B4-BE49-F238E27FC236}">
                <a16:creationId xmlns:a16="http://schemas.microsoft.com/office/drawing/2014/main" id="{3E098B92-1780-7E47-9F35-7FEB3A057A7C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89942A0F-8984-5930-13F0-21D79CEEB8D5}"/>
              </a:ext>
            </a:extLst>
          </p:cNvPr>
          <p:cNvSpPr/>
          <p:nvPr userDrawn="1"/>
        </p:nvSpPr>
        <p:spPr>
          <a:xfrm>
            <a:off x="-21771" y="2377976"/>
            <a:ext cx="2569029" cy="497484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854FD091-5246-CD95-5FAC-83662A3C0A9D}"/>
              </a:ext>
            </a:extLst>
          </p:cNvPr>
          <p:cNvSpPr/>
          <p:nvPr userDrawn="1"/>
        </p:nvSpPr>
        <p:spPr>
          <a:xfrm>
            <a:off x="-21771" y="3283396"/>
            <a:ext cx="2569029" cy="497484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9549129-7D46-6FCA-F23B-807EB8DFF854}"/>
              </a:ext>
            </a:extLst>
          </p:cNvPr>
          <p:cNvSpPr/>
          <p:nvPr userDrawn="1"/>
        </p:nvSpPr>
        <p:spPr>
          <a:xfrm>
            <a:off x="8554901" y="5061921"/>
            <a:ext cx="3637100" cy="497484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G Haido Grotesk" panose="00000500000000000000" pitchFamily="50" charset="0"/>
            </a:endParaRPr>
          </a:p>
        </p:txBody>
      </p:sp>
      <p:sp>
        <p:nvSpPr>
          <p:cNvPr id="16" name="Retângulo com Canto Diagonal Aparado 13">
            <a:extLst>
              <a:ext uri="{FF2B5EF4-FFF2-40B4-BE49-F238E27FC236}">
                <a16:creationId xmlns:a16="http://schemas.microsoft.com/office/drawing/2014/main" id="{762B6785-89E5-BB0F-1FFA-A15C9AECD2A0}"/>
              </a:ext>
            </a:extLst>
          </p:cNvPr>
          <p:cNvSpPr/>
          <p:nvPr/>
        </p:nvSpPr>
        <p:spPr>
          <a:xfrm>
            <a:off x="8673691" y="4958840"/>
            <a:ext cx="2869292" cy="721715"/>
          </a:xfrm>
          <a:prstGeom prst="snip2DiagRect">
            <a:avLst/>
          </a:prstGeom>
          <a:noFill/>
          <a:ln>
            <a:noFill/>
          </a:ln>
          <a:effectLst>
            <a:outerShdw blurRad="50800" dist="38100" dir="4680000" sx="101000" sy="101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>
              <a:latin typeface="Arial" panose="020B0604020202020204" pitchFamily="34" charset="0"/>
              <a:ea typeface="TG Haido Grotesk" panose="00000500000000000000" pitchFamily="50" charset="0"/>
            </a:endParaRPr>
          </a:p>
        </p:txBody>
      </p:sp>
      <p:sp>
        <p:nvSpPr>
          <p:cNvPr id="19" name="Título 7">
            <a:extLst>
              <a:ext uri="{FF2B5EF4-FFF2-40B4-BE49-F238E27FC236}">
                <a16:creationId xmlns:a16="http://schemas.microsoft.com/office/drawing/2014/main" id="{E4E6FB3F-5DFF-1243-E4A7-C22CB558AFC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898531" y="2212668"/>
            <a:ext cx="8537557" cy="1325584"/>
          </a:xfrm>
          <a:prstGeom prst="rect">
            <a:avLst/>
          </a:prstGeom>
        </p:spPr>
        <p:txBody>
          <a:bodyPr/>
          <a:lstStyle>
            <a:lvl1pPr>
              <a:defRPr sz="4200" b="1"/>
            </a:lvl1pPr>
          </a:lstStyle>
          <a:p>
            <a:r>
              <a:rPr lang="pt-BR"/>
              <a:t>Aqui vai um título para divisória de assunto</a:t>
            </a:r>
          </a:p>
        </p:txBody>
      </p:sp>
      <p:sp>
        <p:nvSpPr>
          <p:cNvPr id="21" name="Título 7">
            <a:extLst>
              <a:ext uri="{FF2B5EF4-FFF2-40B4-BE49-F238E27FC236}">
                <a16:creationId xmlns:a16="http://schemas.microsoft.com/office/drawing/2014/main" id="{06E84D5F-7455-B631-1288-034128ADE013}"/>
              </a:ext>
            </a:extLst>
          </p:cNvPr>
          <p:cNvSpPr txBox="1">
            <a:spLocks/>
          </p:cNvSpPr>
          <p:nvPr userDrawn="1"/>
        </p:nvSpPr>
        <p:spPr>
          <a:xfrm>
            <a:off x="8554108" y="5061923"/>
            <a:ext cx="3637100" cy="497483"/>
          </a:xfrm>
          <a:prstGeom prst="rect">
            <a:avLst/>
          </a:prstGeom>
        </p:spPr>
        <p:txBody>
          <a:bodyPr/>
          <a:lstStyle>
            <a:lvl1pPr>
              <a:defRPr sz="4800" b="0" i="0" kern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pt-BR" sz="2800" b="1"/>
              <a:t>Subtítulo ou horário</a:t>
            </a: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9D772DDA-AFB1-D0A4-3373-F1C645F4AAE4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AF44D7E-3BE5-46C2-EB5A-D38BD9E61CE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9808839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sóri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CDFE1C-72F3-214E-8265-CBB2B38F2E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8B49287-EA81-6E4D-8E78-D5BF5723BF58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01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sp>
        <p:nvSpPr>
          <p:cNvPr id="6" name="Título 7">
            <a:extLst>
              <a:ext uri="{FF2B5EF4-FFF2-40B4-BE49-F238E27FC236}">
                <a16:creationId xmlns:a16="http://schemas.microsoft.com/office/drawing/2014/main" id="{FD61DF27-3EA5-7E4A-9F48-E568228109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7757" y="2017883"/>
            <a:ext cx="10513557" cy="1325584"/>
          </a:xfrm>
          <a:prstGeom prst="rect">
            <a:avLst/>
          </a:prstGeom>
        </p:spPr>
        <p:txBody>
          <a:bodyPr/>
          <a:lstStyle>
            <a:lvl1pPr>
              <a:defRPr sz="4200" b="1">
                <a:solidFill>
                  <a:srgbClr val="E4F418"/>
                </a:solidFill>
              </a:defRPr>
            </a:lvl1pPr>
          </a:lstStyle>
          <a:p>
            <a:r>
              <a:rPr lang="pt-BR"/>
              <a:t>Aqui vai um título para divisória de assunto</a:t>
            </a:r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832C2499-F2E4-A243-9233-4E432AF5B22C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E9F2F7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0">
            <a:extLst>
              <a:ext uri="{FF2B5EF4-FFF2-40B4-BE49-F238E27FC236}">
                <a16:creationId xmlns:a16="http://schemas.microsoft.com/office/drawing/2014/main" id="{AB31DE73-D321-384A-A673-0BB7542267E5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E9F2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E9F2F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spaço Reservado para Texto 4">
            <a:extLst>
              <a:ext uri="{FF2B5EF4-FFF2-40B4-BE49-F238E27FC236}">
                <a16:creationId xmlns:a16="http://schemas.microsoft.com/office/drawing/2014/main" id="{CCC4E896-6A09-9509-D061-E731DCED83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47756" y="3948355"/>
            <a:ext cx="3935124" cy="221008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39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64450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staq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CDFE1C-72F3-214E-8265-CBB2B38F2E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8B49287-EA81-6E4D-8E78-D5BF5723BF58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4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832C2499-F2E4-A243-9233-4E432AF5B22C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E9F2F7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0">
            <a:extLst>
              <a:ext uri="{FF2B5EF4-FFF2-40B4-BE49-F238E27FC236}">
                <a16:creationId xmlns:a16="http://schemas.microsoft.com/office/drawing/2014/main" id="{AB31DE73-D321-384A-A673-0BB7542267E5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E9F2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E9F2F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FA1C2B13-579B-1B0F-B700-2F1E79128711}"/>
              </a:ext>
            </a:extLst>
          </p:cNvPr>
          <p:cNvSpPr/>
          <p:nvPr userDrawn="1"/>
        </p:nvSpPr>
        <p:spPr>
          <a:xfrm>
            <a:off x="6376663" y="1219200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1C79416B-F692-9D00-ED75-200767D30C58}"/>
              </a:ext>
            </a:extLst>
          </p:cNvPr>
          <p:cNvSpPr/>
          <p:nvPr userDrawn="1"/>
        </p:nvSpPr>
        <p:spPr>
          <a:xfrm>
            <a:off x="6376663" y="2822801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65A6BF36-ECD6-B4D6-CE8B-24F80BA24E3B}"/>
              </a:ext>
            </a:extLst>
          </p:cNvPr>
          <p:cNvSpPr/>
          <p:nvPr userDrawn="1"/>
        </p:nvSpPr>
        <p:spPr>
          <a:xfrm>
            <a:off x="6334934" y="4361769"/>
            <a:ext cx="5901684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Título 7">
            <a:extLst>
              <a:ext uri="{FF2B5EF4-FFF2-40B4-BE49-F238E27FC236}">
                <a16:creationId xmlns:a16="http://schemas.microsoft.com/office/drawing/2014/main" id="{FD61DF27-3EA5-7E4A-9F48-E568228109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2148" y="2017884"/>
            <a:ext cx="7901610" cy="3100767"/>
          </a:xfrm>
          <a:prstGeom prst="rect">
            <a:avLst/>
          </a:prstGeom>
        </p:spPr>
        <p:txBody>
          <a:bodyPr/>
          <a:lstStyle>
            <a:lvl1pPr>
              <a:defRPr sz="4200" b="1">
                <a:solidFill>
                  <a:srgbClr val="031240"/>
                </a:solidFill>
              </a:defRPr>
            </a:lvl1pPr>
          </a:lstStyle>
          <a:p>
            <a:r>
              <a:rPr lang="pt-BR"/>
              <a:t>Aqui vai uma frase de destaque na apresentação</a:t>
            </a: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00988E61-A2F0-59DD-2522-CBEE9E27D1E0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A463AC2-0F75-CB2D-2E7F-B99D29D2CCFA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14467732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estaq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9BF835E5-F7A7-43F3-9F3B-984D2E4F0DCA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0">
            <a:extLst>
              <a:ext uri="{FF2B5EF4-FFF2-40B4-BE49-F238E27FC236}">
                <a16:creationId xmlns:a16="http://schemas.microsoft.com/office/drawing/2014/main" id="{4B6FD585-6CF6-484F-A337-3A8E91DBFEAE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B1EFE6F3-0BE2-1589-8DB7-E25F8FCFA0DC}"/>
              </a:ext>
            </a:extLst>
          </p:cNvPr>
          <p:cNvSpPr/>
          <p:nvPr userDrawn="1"/>
        </p:nvSpPr>
        <p:spPr>
          <a:xfrm>
            <a:off x="6376663" y="1219200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370F4C36-EDCC-6BF2-8428-9607051A372A}"/>
              </a:ext>
            </a:extLst>
          </p:cNvPr>
          <p:cNvSpPr/>
          <p:nvPr userDrawn="1"/>
        </p:nvSpPr>
        <p:spPr>
          <a:xfrm>
            <a:off x="6376663" y="2822801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A98F93FD-D917-E650-F871-C003CC59EC38}"/>
              </a:ext>
            </a:extLst>
          </p:cNvPr>
          <p:cNvSpPr/>
          <p:nvPr userDrawn="1"/>
        </p:nvSpPr>
        <p:spPr>
          <a:xfrm>
            <a:off x="6334934" y="4361769"/>
            <a:ext cx="5901684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7F1F7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Título 7">
            <a:extLst>
              <a:ext uri="{FF2B5EF4-FFF2-40B4-BE49-F238E27FC236}">
                <a16:creationId xmlns:a16="http://schemas.microsoft.com/office/drawing/2014/main" id="{02AE1F9D-BBCB-1C59-4611-11850F655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2148" y="2017884"/>
            <a:ext cx="7901610" cy="3100767"/>
          </a:xfrm>
          <a:prstGeom prst="rect">
            <a:avLst/>
          </a:prstGeom>
        </p:spPr>
        <p:txBody>
          <a:bodyPr/>
          <a:lstStyle>
            <a:lvl1pPr>
              <a:defRPr sz="4200" b="1">
                <a:solidFill>
                  <a:srgbClr val="031240"/>
                </a:solidFill>
              </a:defRPr>
            </a:lvl1pPr>
          </a:lstStyle>
          <a:p>
            <a:r>
              <a:rPr lang="pt-BR"/>
              <a:t>Aqui vai uma frase de destaque na apresentação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5695E731-BFFD-3D23-B619-32E772F571B0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26" name="object 37">
              <a:extLst>
                <a:ext uri="{FF2B5EF4-FFF2-40B4-BE49-F238E27FC236}">
                  <a16:creationId xmlns:a16="http://schemas.microsoft.com/office/drawing/2014/main" id="{0AD3F681-7997-DBB7-7B9F-9B97CEADE38D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7" name="object 41">
              <a:extLst>
                <a:ext uri="{FF2B5EF4-FFF2-40B4-BE49-F238E27FC236}">
                  <a16:creationId xmlns:a16="http://schemas.microsoft.com/office/drawing/2014/main" id="{A8A98DC8-BE78-6B8F-30EB-BE2445A6EA3C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8" name="object 45">
              <a:extLst>
                <a:ext uri="{FF2B5EF4-FFF2-40B4-BE49-F238E27FC236}">
                  <a16:creationId xmlns:a16="http://schemas.microsoft.com/office/drawing/2014/main" id="{72B2B42B-C968-0574-D9B9-138799AE320B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9" name="object 38">
              <a:extLst>
                <a:ext uri="{FF2B5EF4-FFF2-40B4-BE49-F238E27FC236}">
                  <a16:creationId xmlns:a16="http://schemas.microsoft.com/office/drawing/2014/main" id="{E5FDF306-25A1-1995-5D32-530A448BB34F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39">
              <a:extLst>
                <a:ext uri="{FF2B5EF4-FFF2-40B4-BE49-F238E27FC236}">
                  <a16:creationId xmlns:a16="http://schemas.microsoft.com/office/drawing/2014/main" id="{22E7466E-C881-FEDF-C047-D87510FA02D7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object 40">
              <a:extLst>
                <a:ext uri="{FF2B5EF4-FFF2-40B4-BE49-F238E27FC236}">
                  <a16:creationId xmlns:a16="http://schemas.microsoft.com/office/drawing/2014/main" id="{BF37DCBF-C5E0-973E-7F4A-655157084CB9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388FF520-AB2F-CB42-1DF1-AC920EA54EA9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33" name="object 41">
              <a:extLst>
                <a:ext uri="{FF2B5EF4-FFF2-40B4-BE49-F238E27FC236}">
                  <a16:creationId xmlns:a16="http://schemas.microsoft.com/office/drawing/2014/main" id="{7230550A-AF81-8D3D-65C8-2BBEDA6EE7F6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46">
              <a:extLst>
                <a:ext uri="{FF2B5EF4-FFF2-40B4-BE49-F238E27FC236}">
                  <a16:creationId xmlns:a16="http://schemas.microsoft.com/office/drawing/2014/main" id="{F6C47AA6-B156-92BE-DEA3-451EB25FDFEC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47">
              <a:extLst>
                <a:ext uri="{FF2B5EF4-FFF2-40B4-BE49-F238E27FC236}">
                  <a16:creationId xmlns:a16="http://schemas.microsoft.com/office/drawing/2014/main" id="{7171BF94-46F5-C91E-DEC4-71644F3C9767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1E143BF8-A68E-5E0C-FDDE-B230E5619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D6B612F-CF90-BAB6-26DE-115C9284A85D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24023E43-FE63-10CA-060A-590A100171E5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222951442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staq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D2286C-A2CC-5549-941D-551D8F7757DF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200">
              <a:highlight>
                <a:srgbClr val="011240"/>
              </a:highlight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C05CB-34D6-8A43-9BDD-D08649AE2E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502F271F-0C9A-BF4A-B513-6E762D94777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10">
            <a:extLst>
              <a:ext uri="{FF2B5EF4-FFF2-40B4-BE49-F238E27FC236}">
                <a16:creationId xmlns:a16="http://schemas.microsoft.com/office/drawing/2014/main" id="{3E098B92-1780-7E47-9F35-7FEB3A057A7C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558B3EFF-70A4-D822-C63C-CE11CC41383C}"/>
              </a:ext>
            </a:extLst>
          </p:cNvPr>
          <p:cNvSpPr/>
          <p:nvPr userDrawn="1"/>
        </p:nvSpPr>
        <p:spPr>
          <a:xfrm>
            <a:off x="6376663" y="1219200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B68B795A-DD93-4FFC-56C9-21796F5054A1}"/>
              </a:ext>
            </a:extLst>
          </p:cNvPr>
          <p:cNvSpPr/>
          <p:nvPr userDrawn="1"/>
        </p:nvSpPr>
        <p:spPr>
          <a:xfrm>
            <a:off x="6376663" y="2822801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E57CA763-C766-B2A4-286D-B6349450C1F6}"/>
              </a:ext>
            </a:extLst>
          </p:cNvPr>
          <p:cNvSpPr/>
          <p:nvPr userDrawn="1"/>
        </p:nvSpPr>
        <p:spPr>
          <a:xfrm>
            <a:off x="6334934" y="4361769"/>
            <a:ext cx="5901684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Título 7">
            <a:extLst>
              <a:ext uri="{FF2B5EF4-FFF2-40B4-BE49-F238E27FC236}">
                <a16:creationId xmlns:a16="http://schemas.microsoft.com/office/drawing/2014/main" id="{EE8C1123-E58E-65FF-5E1F-D99B40813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2148" y="2017884"/>
            <a:ext cx="7901610" cy="3100767"/>
          </a:xfrm>
          <a:prstGeom prst="rect">
            <a:avLst/>
          </a:prstGeom>
        </p:spPr>
        <p:txBody>
          <a:bodyPr/>
          <a:lstStyle>
            <a:lvl1pPr>
              <a:defRPr sz="4200" b="1">
                <a:solidFill>
                  <a:srgbClr val="031240"/>
                </a:solidFill>
              </a:defRPr>
            </a:lvl1pPr>
          </a:lstStyle>
          <a:p>
            <a:r>
              <a:rPr lang="pt-BR"/>
              <a:t>Aqui vai uma frase de destaque na apresentação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2CBB2F37-8C5B-AD4E-54BA-92A00FE02B23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E006F64-7F69-CEAA-151A-A4F932C6EDD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57807867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CC1B3-7838-B145-816C-DA4514FF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30" y="364850"/>
            <a:ext cx="10513557" cy="132558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555120-E40F-BA46-9E60-E5B9568564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895F12-D9E1-9A49-B0A5-EF0A2BD1B455}"/>
              </a:ext>
            </a:extLst>
          </p:cNvPr>
          <p:cNvSpPr/>
          <p:nvPr userDrawn="1"/>
        </p:nvSpPr>
        <p:spPr>
          <a:xfrm>
            <a:off x="1" y="0"/>
            <a:ext cx="7739729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915E6B-891C-A54B-B0FF-FB38E1A59D1B}"/>
              </a:ext>
            </a:extLst>
          </p:cNvPr>
          <p:cNvSpPr/>
          <p:nvPr userDrawn="1"/>
        </p:nvSpPr>
        <p:spPr>
          <a:xfrm>
            <a:off x="7739730" y="-720090"/>
            <a:ext cx="4450684" cy="8298180"/>
          </a:xfrm>
          <a:prstGeom prst="rect">
            <a:avLst/>
          </a:prstGeom>
          <a:solidFill>
            <a:srgbClr val="E4F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cxnSp>
        <p:nvCxnSpPr>
          <p:cNvPr id="6" name="Straight Connector 15">
            <a:extLst>
              <a:ext uri="{FF2B5EF4-FFF2-40B4-BE49-F238E27FC236}">
                <a16:creationId xmlns:a16="http://schemas.microsoft.com/office/drawing/2014/main" id="{11AAF64B-586B-1945-86D8-95A59168A547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bject 10">
            <a:extLst>
              <a:ext uri="{FF2B5EF4-FFF2-40B4-BE49-F238E27FC236}">
                <a16:creationId xmlns:a16="http://schemas.microsoft.com/office/drawing/2014/main" id="{41A9FC56-85B0-0B4A-9CD7-03B84D692D9D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91FA35E-B043-7F45-98CF-E552FA1C06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4350" y="687343"/>
            <a:ext cx="3573185" cy="5483319"/>
          </a:xfrm>
          <a:prstGeom prst="rect">
            <a:avLst/>
          </a:prstGeom>
        </p:spPr>
      </p:pic>
      <p:sp>
        <p:nvSpPr>
          <p:cNvPr id="10" name="Título 2">
            <a:extLst>
              <a:ext uri="{FF2B5EF4-FFF2-40B4-BE49-F238E27FC236}">
                <a16:creationId xmlns:a16="http://schemas.microsoft.com/office/drawing/2014/main" id="{C93A2EEE-3919-D92F-9BEE-C464DB1C8009}"/>
              </a:ext>
            </a:extLst>
          </p:cNvPr>
          <p:cNvSpPr txBox="1">
            <a:spLocks/>
          </p:cNvSpPr>
          <p:nvPr userDrawn="1"/>
        </p:nvSpPr>
        <p:spPr>
          <a:xfrm>
            <a:off x="1246985" y="916453"/>
            <a:ext cx="3835013" cy="554460"/>
          </a:xfrm>
          <a:prstGeom prst="rect">
            <a:avLst/>
          </a:prstGeom>
        </p:spPr>
        <p:txBody>
          <a:bodyPr/>
          <a:lstStyle>
            <a:lvl1pPr>
              <a:defRPr sz="7200" b="1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pPr defTabSz="554437"/>
            <a:r>
              <a:rPr lang="pt-BR" sz="3600"/>
              <a:t>AGENDA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2D8D030F-5E53-6E5E-87A8-118ABDCDFE2C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61431CB-F395-BF61-4E63-ECFAA573D5B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66803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2 linh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13862BA3-6BD5-4FC8-9786-99CD848A637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1006915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FC0401BE-74CB-0362-72FE-30EDDA2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646777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F70E968A-A73F-175A-684B-226A38ACB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716" y="186709"/>
            <a:ext cx="50463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52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8">
          <p15:clr>
            <a:srgbClr val="FBAE40"/>
          </p15:clr>
        </p15:guide>
        <p15:guide id="2" pos="301">
          <p15:clr>
            <a:srgbClr val="FBAE40"/>
          </p15:clr>
        </p15:guide>
        <p15:guide id="3" pos="7378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ulo 1 Lin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13862BA3-6BD5-4FC8-9786-99CD848A637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691145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>
                <a:solidFill>
                  <a:srgbClr val="424C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FC0401BE-74CB-0362-72FE-30EDDA2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360612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7993FAD-AB56-B9C3-AE5F-DA9E8D2B3B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3845" y="206355"/>
            <a:ext cx="723556" cy="47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06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8">
          <p15:clr>
            <a:srgbClr val="FBAE40"/>
          </p15:clr>
        </p15:guide>
        <p15:guide id="2" pos="301">
          <p15:clr>
            <a:srgbClr val="FBAE40"/>
          </p15:clr>
        </p15:guide>
        <p15:guide id="3" pos="7378">
          <p15:clr>
            <a:srgbClr val="FBAE40"/>
          </p15:clr>
        </p15:guide>
        <p15:guide id="4" pos="622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o 2 Linhas Ser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14F004EC-4E7A-4878-9EE6-C64B66BBC05C}"/>
              </a:ext>
            </a:extLst>
          </p:cNvPr>
          <p:cNvSpPr/>
          <p:nvPr userDrawn="1"/>
        </p:nvSpPr>
        <p:spPr>
          <a:xfrm>
            <a:off x="-550" y="2"/>
            <a:ext cx="12190413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3341CC88-81A6-412E-A761-A76CFDC04733}"/>
              </a:ext>
            </a:extLst>
          </p:cNvPr>
          <p:cNvSpPr/>
          <p:nvPr userDrawn="1"/>
        </p:nvSpPr>
        <p:spPr>
          <a:xfrm>
            <a:off x="0" y="380976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12CABACE-69B7-494F-86EC-351A0D7F33B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0">
            <a:extLst>
              <a:ext uri="{FF2B5EF4-FFF2-40B4-BE49-F238E27FC236}">
                <a16:creationId xmlns:a16="http://schemas.microsoft.com/office/drawing/2014/main" id="{E6C7F318-B5EB-4631-AB7E-4C2F29F62421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E1EB835-7211-E978-5815-96A434E18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FB8BE760-C245-43BE-D8DC-1FC823E7EBE2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Subtítulo 7">
            <a:extLst>
              <a:ext uri="{FF2B5EF4-FFF2-40B4-BE49-F238E27FC236}">
                <a16:creationId xmlns:a16="http://schemas.microsoft.com/office/drawing/2014/main" id="{25C3CD12-9E3F-88BC-D34A-2B6B2C180FA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1006916"/>
            <a:ext cx="889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pt-BR" sz="1800" b="0" dirty="0">
                <a:solidFill>
                  <a:srgbClr val="424C70"/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FEA57091-F193-BB86-4A36-CD3EABD7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8897340" cy="64677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74427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B0550-1EC8-4CF9-B267-20F2322703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5AB19D5-561F-4BAB-97CD-1558D79A0A08}"/>
              </a:ext>
            </a:extLst>
          </p:cNvPr>
          <p:cNvSpPr txBox="1"/>
          <p:nvPr userDrawn="1"/>
        </p:nvSpPr>
        <p:spPr>
          <a:xfrm>
            <a:off x="11745903" y="6372030"/>
            <a:ext cx="63917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9">
                <a:solidFill>
                  <a:srgbClr val="031240"/>
                </a:solidFill>
                <a:latin typeface="Arial"/>
                <a:cs typeface="Arial"/>
              </a:rPr>
              <a:t>4</a:t>
            </a:r>
            <a:endParaRPr sz="879"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EA46997-5AE0-435C-97CD-F54FEBD8EFDA}"/>
              </a:ext>
            </a:extLst>
          </p:cNvPr>
          <p:cNvSpPr/>
          <p:nvPr userDrawn="1"/>
        </p:nvSpPr>
        <p:spPr>
          <a:xfrm>
            <a:off x="9525" y="-3575"/>
            <a:ext cx="6021765" cy="6857615"/>
          </a:xfrm>
          <a:custGeom>
            <a:avLst/>
            <a:gdLst/>
            <a:ahLst/>
            <a:cxnLst/>
            <a:rect l="l" t="t" r="r" b="b"/>
            <a:pathLst>
              <a:path w="9801225" h="11308715">
                <a:moveTo>
                  <a:pt x="0" y="11308556"/>
                </a:moveTo>
                <a:lnTo>
                  <a:pt x="9800748" y="11308556"/>
                </a:lnTo>
                <a:lnTo>
                  <a:pt x="9800748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09217DF-F038-4F0F-9818-EE0448B0250A}"/>
              </a:ext>
            </a:extLst>
          </p:cNvPr>
          <p:cNvSpPr/>
          <p:nvPr userDrawn="1"/>
        </p:nvSpPr>
        <p:spPr>
          <a:xfrm>
            <a:off x="5965341" y="2"/>
            <a:ext cx="6228250" cy="6857615"/>
          </a:xfrm>
          <a:custGeom>
            <a:avLst/>
            <a:gdLst/>
            <a:ahLst/>
            <a:cxnLst/>
            <a:rect l="l" t="t" r="r" b="b"/>
            <a:pathLst>
              <a:path w="10287635" h="11308715">
                <a:moveTo>
                  <a:pt x="0" y="11308556"/>
                </a:moveTo>
                <a:lnTo>
                  <a:pt x="10287634" y="11308556"/>
                </a:lnTo>
                <a:lnTo>
                  <a:pt x="1028763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8EB74EF3-E3A2-4174-B299-5059387CBADD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78976879-373C-46D9-8480-394CF2736375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55AEE10D-189C-444C-9885-0CAFEED7962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0F7695F-0A81-44DE-81BD-3EDE73B67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7147" y="1701352"/>
            <a:ext cx="3485706" cy="1958689"/>
          </a:xfrm>
          <a:prstGeom prst="rect">
            <a:avLst/>
          </a:prstGeom>
        </p:spPr>
        <p:txBody>
          <a:bodyPr/>
          <a:lstStyle>
            <a:lvl1pPr>
              <a:defRPr sz="3002"/>
            </a:lvl1pPr>
          </a:lstStyle>
          <a:p>
            <a:r>
              <a:rPr lang="pt-BR"/>
              <a:t>Clique para adicionar um título</a:t>
            </a:r>
          </a:p>
        </p:txBody>
      </p:sp>
      <p:sp>
        <p:nvSpPr>
          <p:cNvPr id="15" name="Espaço Reservado para Imagem 6">
            <a:extLst>
              <a:ext uri="{FF2B5EF4-FFF2-40B4-BE49-F238E27FC236}">
                <a16:creationId xmlns:a16="http://schemas.microsoft.com/office/drawing/2014/main" id="{C44E660A-59A9-4DC0-9189-6B43C43FB6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00313" y="1805728"/>
            <a:ext cx="7155337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7" name="Holder 3">
            <a:extLst>
              <a:ext uri="{FF2B5EF4-FFF2-40B4-BE49-F238E27FC236}">
                <a16:creationId xmlns:a16="http://schemas.microsoft.com/office/drawing/2014/main" id="{E313AC99-5898-4729-864F-341E5A1F569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12111" y="4724778"/>
            <a:ext cx="85332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92D05A7C-CE13-C06E-7F22-DA8048792F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7011" y="6245000"/>
            <a:ext cx="1803450" cy="255270"/>
          </a:xfrm>
          <a:prstGeom prst="rect">
            <a:avLst/>
          </a:prstGeom>
        </p:spPr>
        <p:txBody>
          <a:bodyPr/>
          <a:lstStyle>
            <a:lvl1pPr>
              <a:defRPr sz="1400" i="0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Local e data</a:t>
            </a: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43B7EBBF-068B-6302-4DA8-C99A0AAFAA98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56088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Depoimen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EEF9D2F6-8F9A-47D5-9D02-9CC47FFD228F}"/>
              </a:ext>
            </a:extLst>
          </p:cNvPr>
          <p:cNvSpPr txBox="1"/>
          <p:nvPr userDrawn="1"/>
        </p:nvSpPr>
        <p:spPr>
          <a:xfrm>
            <a:off x="11682342" y="6372030"/>
            <a:ext cx="127449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6">
                <a:solidFill>
                  <a:srgbClr val="031240"/>
                </a:solidFill>
                <a:latin typeface="Arial"/>
                <a:cs typeface="Arial"/>
              </a:rPr>
              <a:t>19</a:t>
            </a:r>
            <a:endParaRPr sz="879">
              <a:latin typeface="Arial"/>
              <a:cs typeface="Arial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F1DF6984-9D1D-419B-B13D-FC18D36D9461}"/>
              </a:ext>
            </a:extLst>
          </p:cNvPr>
          <p:cNvSpPr/>
          <p:nvPr userDrawn="1"/>
        </p:nvSpPr>
        <p:spPr>
          <a:xfrm>
            <a:off x="0" y="380973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DDDE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A8BD690-9DF0-464C-BCA2-5D5782638305}"/>
              </a:ext>
            </a:extLst>
          </p:cNvPr>
          <p:cNvSpPr/>
          <p:nvPr userDrawn="1"/>
        </p:nvSpPr>
        <p:spPr>
          <a:xfrm>
            <a:off x="0" y="2"/>
            <a:ext cx="3561634" cy="6857615"/>
          </a:xfrm>
          <a:custGeom>
            <a:avLst/>
            <a:gdLst/>
            <a:ahLst/>
            <a:cxnLst/>
            <a:rect l="l" t="t" r="r" b="b"/>
            <a:pathLst>
              <a:path w="5873750" h="11308715">
                <a:moveTo>
                  <a:pt x="0" y="11308556"/>
                </a:moveTo>
                <a:lnTo>
                  <a:pt x="5873297" y="11308556"/>
                </a:lnTo>
                <a:lnTo>
                  <a:pt x="587329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Espaço Reservado para Texto 4">
            <a:extLst>
              <a:ext uri="{FF2B5EF4-FFF2-40B4-BE49-F238E27FC236}">
                <a16:creationId xmlns:a16="http://schemas.microsoft.com/office/drawing/2014/main" id="{6D2B1A09-CF32-4DE5-BB2E-5621FC8BD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68445" y="713970"/>
            <a:ext cx="3935124" cy="283492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aqui para adicionar conteúdo</a:t>
            </a: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318BE29-D230-4ABE-B744-0EF562D272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DEDB108-28E6-1171-B8C8-7F51B649D157}"/>
              </a:ext>
            </a:extLst>
          </p:cNvPr>
          <p:cNvSpPr/>
          <p:nvPr userDrawn="1"/>
        </p:nvSpPr>
        <p:spPr>
          <a:xfrm>
            <a:off x="0" y="3489631"/>
            <a:ext cx="2768601" cy="270000"/>
          </a:xfrm>
          <a:prstGeom prst="rect">
            <a:avLst/>
          </a:prstGeom>
          <a:solidFill>
            <a:srgbClr val="E5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B607B1E-4AA6-AD17-5441-49FC6D0339A0}"/>
              </a:ext>
            </a:extLst>
          </p:cNvPr>
          <p:cNvSpPr/>
          <p:nvPr userDrawn="1"/>
        </p:nvSpPr>
        <p:spPr>
          <a:xfrm>
            <a:off x="-1" y="2880108"/>
            <a:ext cx="3172247" cy="270000"/>
          </a:xfrm>
          <a:prstGeom prst="rect">
            <a:avLst/>
          </a:prstGeom>
          <a:solidFill>
            <a:srgbClr val="E5F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30" name="Espaço Reservado para Texto 4">
            <a:extLst>
              <a:ext uri="{FF2B5EF4-FFF2-40B4-BE49-F238E27FC236}">
                <a16:creationId xmlns:a16="http://schemas.microsoft.com/office/drawing/2014/main" id="{4ED0578B-A33B-270D-8238-56BCCFD5D3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3595" y="2756444"/>
            <a:ext cx="3529201" cy="1058688"/>
          </a:xfrm>
          <a:prstGeom prst="rect">
            <a:avLst/>
          </a:prstGeom>
        </p:spPr>
        <p:txBody>
          <a:bodyPr/>
          <a:lstStyle>
            <a:lvl1pPr>
              <a:lnSpc>
                <a:spcPct val="112000"/>
              </a:lnSpc>
              <a:spcBef>
                <a:spcPts val="58"/>
              </a:spcBef>
              <a:defRPr sz="32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8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adicionar um título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40D94922-96F8-C5EA-D7CF-A5279F30ED3D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CFAB35DD-9B7E-7FE9-A4C0-8E55FDE2E26F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1">
              <a:extLst>
                <a:ext uri="{FF2B5EF4-FFF2-40B4-BE49-F238E27FC236}">
                  <a16:creationId xmlns:a16="http://schemas.microsoft.com/office/drawing/2014/main" id="{20CABD55-7E9B-DC8C-5F48-577B8BB0B4A4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45">
              <a:extLst>
                <a:ext uri="{FF2B5EF4-FFF2-40B4-BE49-F238E27FC236}">
                  <a16:creationId xmlns:a16="http://schemas.microsoft.com/office/drawing/2014/main" id="{103D72FD-F6C7-6084-CD5F-E1159C2E8D7E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7D145F17-594A-F6B6-D76F-C41006CA4CFA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94292B40-AECE-A03B-54F6-04B7D89706B6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91DF8D5B-F384-4620-6B92-F6572D45ED96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65D3540B-97E6-3959-048D-17A54361C586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6E42A48E-1A94-9D03-B3EF-20A507AB0D44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46">
              <a:extLst>
                <a:ext uri="{FF2B5EF4-FFF2-40B4-BE49-F238E27FC236}">
                  <a16:creationId xmlns:a16="http://schemas.microsoft.com/office/drawing/2014/main" id="{D3565772-6031-20ED-13EE-DF3E7799A4B7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6" name="object 47">
              <a:extLst>
                <a:ext uri="{FF2B5EF4-FFF2-40B4-BE49-F238E27FC236}">
                  <a16:creationId xmlns:a16="http://schemas.microsoft.com/office/drawing/2014/main" id="{B0399AE9-A1B9-8FDB-05F9-842140FAE819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3" name="object 9">
            <a:extLst>
              <a:ext uri="{FF2B5EF4-FFF2-40B4-BE49-F238E27FC236}">
                <a16:creationId xmlns:a16="http://schemas.microsoft.com/office/drawing/2014/main" id="{2DE08285-2209-DF33-FC4D-E747C5DEFF2F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33940232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B0550-1EC8-4CF9-B267-20F2322703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5AB19D5-561F-4BAB-97CD-1558D79A0A08}"/>
              </a:ext>
            </a:extLst>
          </p:cNvPr>
          <p:cNvSpPr txBox="1"/>
          <p:nvPr userDrawn="1"/>
        </p:nvSpPr>
        <p:spPr>
          <a:xfrm>
            <a:off x="11745903" y="6372030"/>
            <a:ext cx="63917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9">
                <a:solidFill>
                  <a:srgbClr val="031240"/>
                </a:solidFill>
                <a:latin typeface="Arial"/>
                <a:cs typeface="Arial"/>
              </a:rPr>
              <a:t>4</a:t>
            </a:r>
            <a:endParaRPr sz="879"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EA46997-5AE0-435C-97CD-F54FEBD8EFDA}"/>
              </a:ext>
            </a:extLst>
          </p:cNvPr>
          <p:cNvSpPr/>
          <p:nvPr userDrawn="1"/>
        </p:nvSpPr>
        <p:spPr>
          <a:xfrm>
            <a:off x="9525" y="-3575"/>
            <a:ext cx="5943115" cy="6857615"/>
          </a:xfrm>
          <a:custGeom>
            <a:avLst/>
            <a:gdLst/>
            <a:ahLst/>
            <a:cxnLst/>
            <a:rect l="l" t="t" r="r" b="b"/>
            <a:pathLst>
              <a:path w="9801225" h="11308715">
                <a:moveTo>
                  <a:pt x="0" y="11308556"/>
                </a:moveTo>
                <a:lnTo>
                  <a:pt x="9800748" y="11308556"/>
                </a:lnTo>
                <a:lnTo>
                  <a:pt x="9800748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09217DF-F038-4F0F-9818-EE0448B0250A}"/>
              </a:ext>
            </a:extLst>
          </p:cNvPr>
          <p:cNvSpPr/>
          <p:nvPr userDrawn="1"/>
        </p:nvSpPr>
        <p:spPr>
          <a:xfrm>
            <a:off x="5952639" y="2"/>
            <a:ext cx="6228251" cy="6857615"/>
          </a:xfrm>
          <a:custGeom>
            <a:avLst/>
            <a:gdLst/>
            <a:ahLst/>
            <a:cxnLst/>
            <a:rect l="l" t="t" r="r" b="b"/>
            <a:pathLst>
              <a:path w="10287635" h="11308715">
                <a:moveTo>
                  <a:pt x="0" y="11308556"/>
                </a:moveTo>
                <a:lnTo>
                  <a:pt x="10287634" y="11308556"/>
                </a:lnTo>
                <a:lnTo>
                  <a:pt x="1028763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8EB74EF3-E3A2-4174-B299-5059387CBADD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78976879-373C-46D9-8480-394CF2736375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55AEE10D-189C-444C-9885-0CAFEED7962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0F7695F-0A81-44DE-81BD-3EDE73B67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7147" y="1701352"/>
            <a:ext cx="3485706" cy="1958689"/>
          </a:xfrm>
          <a:prstGeom prst="rect">
            <a:avLst/>
          </a:prstGeom>
        </p:spPr>
        <p:txBody>
          <a:bodyPr/>
          <a:lstStyle>
            <a:lvl1pPr>
              <a:defRPr sz="3002"/>
            </a:lvl1pPr>
          </a:lstStyle>
          <a:p>
            <a:r>
              <a:rPr lang="pt-BR"/>
              <a:t>Clique para adicionar um título</a:t>
            </a:r>
          </a:p>
        </p:txBody>
      </p:sp>
      <p:sp>
        <p:nvSpPr>
          <p:cNvPr id="15" name="Espaço Reservado para Imagem 6">
            <a:extLst>
              <a:ext uri="{FF2B5EF4-FFF2-40B4-BE49-F238E27FC236}">
                <a16:creationId xmlns:a16="http://schemas.microsoft.com/office/drawing/2014/main" id="{C44E660A-59A9-4DC0-9189-6B43C43FB6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00313" y="1805728"/>
            <a:ext cx="7155337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7" name="Holder 3">
            <a:extLst>
              <a:ext uri="{FF2B5EF4-FFF2-40B4-BE49-F238E27FC236}">
                <a16:creationId xmlns:a16="http://schemas.microsoft.com/office/drawing/2014/main" id="{E313AC99-5898-4729-864F-341E5A1F569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12111" y="4724778"/>
            <a:ext cx="85332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92D05A7C-CE13-C06E-7F22-DA8048792F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7011" y="6245000"/>
            <a:ext cx="1803450" cy="255270"/>
          </a:xfrm>
          <a:prstGeom prst="rect">
            <a:avLst/>
          </a:prstGeom>
        </p:spPr>
        <p:txBody>
          <a:bodyPr/>
          <a:lstStyle>
            <a:lvl1pPr>
              <a:defRPr sz="1400" i="0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Local e data</a:t>
            </a: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43B7EBBF-068B-6302-4DA8-C99A0AAFAA98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F5900F-0A17-87D2-619E-9A8B79F08030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266251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CC1B3-7838-B145-816C-DA4514FF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30" y="364850"/>
            <a:ext cx="10513557" cy="132558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555120-E40F-BA46-9E60-E5B9568564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895F12-D9E1-9A49-B0A5-EF0A2BD1B455}"/>
              </a:ext>
            </a:extLst>
          </p:cNvPr>
          <p:cNvSpPr/>
          <p:nvPr userDrawn="1"/>
        </p:nvSpPr>
        <p:spPr>
          <a:xfrm>
            <a:off x="1" y="0"/>
            <a:ext cx="7739729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915E6B-891C-A54B-B0FF-FB38E1A59D1B}"/>
              </a:ext>
            </a:extLst>
          </p:cNvPr>
          <p:cNvSpPr/>
          <p:nvPr userDrawn="1"/>
        </p:nvSpPr>
        <p:spPr>
          <a:xfrm>
            <a:off x="7739730" y="-70547"/>
            <a:ext cx="4450684" cy="6999094"/>
          </a:xfrm>
          <a:prstGeom prst="rect">
            <a:avLst/>
          </a:prstGeom>
          <a:solidFill>
            <a:srgbClr val="E4F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cxnSp>
        <p:nvCxnSpPr>
          <p:cNvPr id="6" name="Straight Connector 15">
            <a:extLst>
              <a:ext uri="{FF2B5EF4-FFF2-40B4-BE49-F238E27FC236}">
                <a16:creationId xmlns:a16="http://schemas.microsoft.com/office/drawing/2014/main" id="{11AAF64B-586B-1945-86D8-95A59168A547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bject 10">
            <a:extLst>
              <a:ext uri="{FF2B5EF4-FFF2-40B4-BE49-F238E27FC236}">
                <a16:creationId xmlns:a16="http://schemas.microsoft.com/office/drawing/2014/main" id="{41A9FC56-85B0-0B4A-9CD7-03B84D692D9D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91FA35E-B043-7F45-98CF-E552FA1C06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4350" y="687343"/>
            <a:ext cx="3573185" cy="5483319"/>
          </a:xfrm>
          <a:prstGeom prst="rect">
            <a:avLst/>
          </a:prstGeom>
        </p:spPr>
      </p:pic>
      <p:sp>
        <p:nvSpPr>
          <p:cNvPr id="10" name="Título 2">
            <a:extLst>
              <a:ext uri="{FF2B5EF4-FFF2-40B4-BE49-F238E27FC236}">
                <a16:creationId xmlns:a16="http://schemas.microsoft.com/office/drawing/2014/main" id="{C93A2EEE-3919-D92F-9BEE-C464DB1C8009}"/>
              </a:ext>
            </a:extLst>
          </p:cNvPr>
          <p:cNvSpPr txBox="1">
            <a:spLocks/>
          </p:cNvSpPr>
          <p:nvPr userDrawn="1"/>
        </p:nvSpPr>
        <p:spPr>
          <a:xfrm>
            <a:off x="1246985" y="916453"/>
            <a:ext cx="3835013" cy="554460"/>
          </a:xfrm>
          <a:prstGeom prst="rect">
            <a:avLst/>
          </a:prstGeom>
        </p:spPr>
        <p:txBody>
          <a:bodyPr/>
          <a:lstStyle>
            <a:lvl1pPr>
              <a:defRPr sz="7200" b="1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pPr defTabSz="554437"/>
            <a:r>
              <a:rPr lang="pt-BR" sz="3638"/>
              <a:t>AGENDA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2D8D030F-5E53-6E5E-87A8-118ABDCDFE2C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1296299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lha de Ro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B0550-1EC8-4CF9-B267-20F2322703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5AB19D5-561F-4BAB-97CD-1558D79A0A08}"/>
              </a:ext>
            </a:extLst>
          </p:cNvPr>
          <p:cNvSpPr txBox="1"/>
          <p:nvPr userDrawn="1"/>
        </p:nvSpPr>
        <p:spPr>
          <a:xfrm>
            <a:off x="11745903" y="6372030"/>
            <a:ext cx="63917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1"/>
              </a:lnSpc>
            </a:pPr>
            <a:r>
              <a:rPr sz="879" spc="9">
                <a:solidFill>
                  <a:srgbClr val="031240"/>
                </a:solidFill>
                <a:latin typeface="Arial"/>
                <a:cs typeface="Arial"/>
              </a:rPr>
              <a:t>4</a:t>
            </a:r>
            <a:endParaRPr sz="879"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EA46997-5AE0-435C-97CD-F54FEBD8EFDA}"/>
              </a:ext>
            </a:extLst>
          </p:cNvPr>
          <p:cNvSpPr/>
          <p:nvPr userDrawn="1"/>
        </p:nvSpPr>
        <p:spPr>
          <a:xfrm>
            <a:off x="9525" y="-3575"/>
            <a:ext cx="5943115" cy="6857615"/>
          </a:xfrm>
          <a:custGeom>
            <a:avLst/>
            <a:gdLst/>
            <a:ahLst/>
            <a:cxnLst/>
            <a:rect l="l" t="t" r="r" b="b"/>
            <a:pathLst>
              <a:path w="9801225" h="11308715">
                <a:moveTo>
                  <a:pt x="0" y="11308556"/>
                </a:moveTo>
                <a:lnTo>
                  <a:pt x="9800748" y="11308556"/>
                </a:lnTo>
                <a:lnTo>
                  <a:pt x="9800748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09217DF-F038-4F0F-9818-EE0448B0250A}"/>
              </a:ext>
            </a:extLst>
          </p:cNvPr>
          <p:cNvSpPr/>
          <p:nvPr userDrawn="1"/>
        </p:nvSpPr>
        <p:spPr>
          <a:xfrm>
            <a:off x="5952639" y="2"/>
            <a:ext cx="6228251" cy="6857615"/>
          </a:xfrm>
          <a:custGeom>
            <a:avLst/>
            <a:gdLst/>
            <a:ahLst/>
            <a:cxnLst/>
            <a:rect l="l" t="t" r="r" b="b"/>
            <a:pathLst>
              <a:path w="10287635" h="11308715">
                <a:moveTo>
                  <a:pt x="0" y="11308556"/>
                </a:moveTo>
                <a:lnTo>
                  <a:pt x="10287634" y="11308556"/>
                </a:lnTo>
                <a:lnTo>
                  <a:pt x="1028763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8EB74EF3-E3A2-4174-B299-5059387CBADD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78976879-373C-46D9-8480-394CF2736375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55AEE10D-189C-444C-9885-0CAFEED7962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0F7695F-0A81-44DE-81BD-3EDE73B67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7147" y="1701352"/>
            <a:ext cx="3485706" cy="1958689"/>
          </a:xfrm>
          <a:prstGeom prst="rect">
            <a:avLst/>
          </a:prstGeom>
        </p:spPr>
        <p:txBody>
          <a:bodyPr/>
          <a:lstStyle>
            <a:lvl1pPr>
              <a:defRPr sz="3002" b="1"/>
            </a:lvl1pPr>
          </a:lstStyle>
          <a:p>
            <a:r>
              <a:rPr lang="pt-BR"/>
              <a:t>Clique para adicionar um título</a:t>
            </a:r>
          </a:p>
        </p:txBody>
      </p:sp>
      <p:sp>
        <p:nvSpPr>
          <p:cNvPr id="15" name="Espaço Reservado para Imagem 6">
            <a:extLst>
              <a:ext uri="{FF2B5EF4-FFF2-40B4-BE49-F238E27FC236}">
                <a16:creationId xmlns:a16="http://schemas.microsoft.com/office/drawing/2014/main" id="{C44E660A-59A9-4DC0-9189-6B43C43FB6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00313" y="1805728"/>
            <a:ext cx="7155337" cy="18190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7" name="Holder 3">
            <a:extLst>
              <a:ext uri="{FF2B5EF4-FFF2-40B4-BE49-F238E27FC236}">
                <a16:creationId xmlns:a16="http://schemas.microsoft.com/office/drawing/2014/main" id="{E313AC99-5898-4729-864F-341E5A1F569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12111" y="4724778"/>
            <a:ext cx="85332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92D05A7C-CE13-C06E-7F22-DA8048792F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7011" y="6245000"/>
            <a:ext cx="1803450" cy="255270"/>
          </a:xfrm>
          <a:prstGeom prst="rect">
            <a:avLst/>
          </a:prstGeom>
        </p:spPr>
        <p:txBody>
          <a:bodyPr/>
          <a:lstStyle>
            <a:lvl1pPr>
              <a:defRPr sz="1400" i="0">
                <a:solidFill>
                  <a:srgbClr val="011240"/>
                </a:solidFill>
              </a:defRPr>
            </a:lvl1pPr>
          </a:lstStyle>
          <a:p>
            <a:pPr lvl="0"/>
            <a:r>
              <a:rPr lang="pt-BR"/>
              <a:t>Local e data</a:t>
            </a: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43B7EBBF-068B-6302-4DA8-C99A0AAFAA98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F5900F-0A17-87D2-619E-9A8B79F08030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390656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ha de Ros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-126184" y="2"/>
            <a:ext cx="12448236" cy="6857615"/>
          </a:xfrm>
          <a:custGeom>
            <a:avLst/>
            <a:gdLst/>
            <a:ahLst/>
            <a:cxnLst/>
            <a:rect l="l" t="t" r="r" b="b"/>
            <a:pathLst>
              <a:path w="20072985" h="11308715">
                <a:moveTo>
                  <a:pt x="0" y="11308556"/>
                </a:moveTo>
                <a:lnTo>
                  <a:pt x="20072687" y="11308556"/>
                </a:lnTo>
                <a:lnTo>
                  <a:pt x="20072687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93E2D43D-CC40-4919-B4BF-A6E84E9D600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89889" y="5046273"/>
            <a:ext cx="85332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962A5734-E3B2-A250-BD3D-DB414B40F1E9}"/>
              </a:ext>
            </a:extLst>
          </p:cNvPr>
          <p:cNvGrpSpPr/>
          <p:nvPr userDrawn="1"/>
        </p:nvGrpSpPr>
        <p:grpSpPr>
          <a:xfrm>
            <a:off x="-949991" y="452387"/>
            <a:ext cx="688472" cy="4894759"/>
            <a:chOff x="-949991" y="452385"/>
            <a:chExt cx="688472" cy="4894759"/>
          </a:xfrm>
        </p:grpSpPr>
        <p:sp>
          <p:nvSpPr>
            <p:cNvPr id="31" name="object 37">
              <a:extLst>
                <a:ext uri="{FF2B5EF4-FFF2-40B4-BE49-F238E27FC236}">
                  <a16:creationId xmlns:a16="http://schemas.microsoft.com/office/drawing/2014/main" id="{A34C334C-D977-BFD1-810E-7DC68D5B61BF}"/>
                </a:ext>
              </a:extLst>
            </p:cNvPr>
            <p:cNvSpPr/>
            <p:nvPr userDrawn="1"/>
          </p:nvSpPr>
          <p:spPr>
            <a:xfrm>
              <a:off x="-944217" y="45238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3124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E42652EA-69DF-D447-E8DD-E883D9B09EF4}"/>
                </a:ext>
              </a:extLst>
            </p:cNvPr>
            <p:cNvSpPr/>
            <p:nvPr userDrawn="1"/>
          </p:nvSpPr>
          <p:spPr>
            <a:xfrm>
              <a:off x="-949985" y="2354414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4F41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45">
              <a:extLst>
                <a:ext uri="{FF2B5EF4-FFF2-40B4-BE49-F238E27FC236}">
                  <a16:creationId xmlns:a16="http://schemas.microsoft.com/office/drawing/2014/main" id="{62D2B09D-4BCE-18A4-F08E-84522184AEAC}"/>
                </a:ext>
              </a:extLst>
            </p:cNvPr>
            <p:cNvSpPr/>
            <p:nvPr userDrawn="1"/>
          </p:nvSpPr>
          <p:spPr>
            <a:xfrm>
              <a:off x="-949990" y="4081173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2F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38">
              <a:extLst>
                <a:ext uri="{FF2B5EF4-FFF2-40B4-BE49-F238E27FC236}">
                  <a16:creationId xmlns:a16="http://schemas.microsoft.com/office/drawing/2014/main" id="{BA27BAD9-49F1-01E8-3AFA-06A920093677}"/>
                </a:ext>
              </a:extLst>
            </p:cNvPr>
            <p:cNvSpPr/>
            <p:nvPr userDrawn="1"/>
          </p:nvSpPr>
          <p:spPr>
            <a:xfrm>
              <a:off x="-949985" y="122112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424D7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39">
              <a:extLst>
                <a:ext uri="{FF2B5EF4-FFF2-40B4-BE49-F238E27FC236}">
                  <a16:creationId xmlns:a16="http://schemas.microsoft.com/office/drawing/2014/main" id="{1A8016B7-9EFC-6E92-C340-47F38A008D26}"/>
                </a:ext>
              </a:extLst>
            </p:cNvPr>
            <p:cNvSpPr/>
            <p:nvPr userDrawn="1"/>
          </p:nvSpPr>
          <p:spPr>
            <a:xfrm>
              <a:off x="-949985" y="151383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81889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40">
              <a:extLst>
                <a:ext uri="{FF2B5EF4-FFF2-40B4-BE49-F238E27FC236}">
                  <a16:creationId xmlns:a16="http://schemas.microsoft.com/office/drawing/2014/main" id="{22829E8C-90A3-A071-9463-5ECDDF4EC926}"/>
                </a:ext>
              </a:extLst>
            </p:cNvPr>
            <p:cNvSpPr/>
            <p:nvPr userDrawn="1"/>
          </p:nvSpPr>
          <p:spPr>
            <a:xfrm>
              <a:off x="-949985" y="179477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0C4C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41">
              <a:extLst>
                <a:ext uri="{FF2B5EF4-FFF2-40B4-BE49-F238E27FC236}">
                  <a16:creationId xmlns:a16="http://schemas.microsoft.com/office/drawing/2014/main" id="{9D68A21C-9D8D-B454-A88E-6C302562C258}"/>
                </a:ext>
              </a:extLst>
            </p:cNvPr>
            <p:cNvSpPr/>
            <p:nvPr userDrawn="1"/>
          </p:nvSpPr>
          <p:spPr>
            <a:xfrm>
              <a:off x="-949988" y="3131334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DED75"/>
            </a:solidFill>
          </p:spPr>
          <p:txBody>
            <a:bodyPr wrap="square" lIns="0" tIns="0" rIns="0" bIns="0" rtlCol="0"/>
            <a:lstStyle/>
            <a:p>
              <a:endParaRPr sz="1092">
                <a:solidFill>
                  <a:srgbClr val="E4F418"/>
                </a:solidFill>
              </a:endParaRPr>
            </a:p>
          </p:txBody>
        </p:sp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5644B052-CCFC-4124-FB99-750C1BA5535C}"/>
                </a:ext>
              </a:extLst>
            </p:cNvPr>
            <p:cNvSpPr/>
            <p:nvPr userDrawn="1"/>
          </p:nvSpPr>
          <p:spPr>
            <a:xfrm>
              <a:off x="-949991" y="3460278"/>
              <a:ext cx="682697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F0F2A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46">
              <a:extLst>
                <a:ext uri="{FF2B5EF4-FFF2-40B4-BE49-F238E27FC236}">
                  <a16:creationId xmlns:a16="http://schemas.microsoft.com/office/drawing/2014/main" id="{F8E6C644-2EAB-415A-6B8F-7F2AB70426C0}"/>
                </a:ext>
              </a:extLst>
            </p:cNvPr>
            <p:cNvSpPr/>
            <p:nvPr userDrawn="1"/>
          </p:nvSpPr>
          <p:spPr>
            <a:xfrm>
              <a:off x="-949990" y="4887202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0E4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47">
              <a:extLst>
                <a:ext uri="{FF2B5EF4-FFF2-40B4-BE49-F238E27FC236}">
                  <a16:creationId xmlns:a16="http://schemas.microsoft.com/office/drawing/2014/main" id="{294543C6-923A-F8E8-DD34-F90CF4EE6693}"/>
                </a:ext>
              </a:extLst>
            </p:cNvPr>
            <p:cNvSpPr/>
            <p:nvPr userDrawn="1"/>
          </p:nvSpPr>
          <p:spPr>
            <a:xfrm>
              <a:off x="-949990" y="5195930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B7D3D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2" name="object 17">
            <a:extLst>
              <a:ext uri="{FF2B5EF4-FFF2-40B4-BE49-F238E27FC236}">
                <a16:creationId xmlns:a16="http://schemas.microsoft.com/office/drawing/2014/main" id="{822B0B65-FA0A-BFE3-F879-91AA7F404B4C}"/>
              </a:ext>
            </a:extLst>
          </p:cNvPr>
          <p:cNvSpPr/>
          <p:nvPr userDrawn="1"/>
        </p:nvSpPr>
        <p:spPr>
          <a:xfrm>
            <a:off x="1" y="387603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18">
            <a:extLst>
              <a:ext uri="{FF2B5EF4-FFF2-40B4-BE49-F238E27FC236}">
                <a16:creationId xmlns:a16="http://schemas.microsoft.com/office/drawing/2014/main" id="{37C565A8-75E1-486F-DD6F-2142B7D08FE2}"/>
              </a:ext>
            </a:extLst>
          </p:cNvPr>
          <p:cNvSpPr/>
          <p:nvPr userDrawn="1"/>
        </p:nvSpPr>
        <p:spPr>
          <a:xfrm>
            <a:off x="1" y="3209058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19">
            <a:extLst>
              <a:ext uri="{FF2B5EF4-FFF2-40B4-BE49-F238E27FC236}">
                <a16:creationId xmlns:a16="http://schemas.microsoft.com/office/drawing/2014/main" id="{56D8C16B-5F99-809D-70ED-7254DD4B76F2}"/>
              </a:ext>
            </a:extLst>
          </p:cNvPr>
          <p:cNvSpPr/>
          <p:nvPr userDrawn="1"/>
        </p:nvSpPr>
        <p:spPr>
          <a:xfrm>
            <a:off x="1" y="2526759"/>
            <a:ext cx="2048036" cy="330385"/>
          </a:xfrm>
          <a:custGeom>
            <a:avLst/>
            <a:gdLst/>
            <a:ahLst/>
            <a:cxnLst/>
            <a:rect l="l" t="t" r="r" b="b"/>
            <a:pathLst>
              <a:path w="3377565" h="544829">
                <a:moveTo>
                  <a:pt x="3344920" y="0"/>
                </a:moveTo>
                <a:lnTo>
                  <a:pt x="0" y="0"/>
                </a:lnTo>
                <a:lnTo>
                  <a:pt x="0" y="544468"/>
                </a:lnTo>
                <a:lnTo>
                  <a:pt x="3345098" y="544287"/>
                </a:lnTo>
                <a:lnTo>
                  <a:pt x="3377243" y="512141"/>
                </a:lnTo>
                <a:lnTo>
                  <a:pt x="3377065" y="32145"/>
                </a:lnTo>
                <a:lnTo>
                  <a:pt x="3374535" y="19635"/>
                </a:lnTo>
                <a:lnTo>
                  <a:pt x="3367640" y="9417"/>
                </a:lnTo>
                <a:lnTo>
                  <a:pt x="3357421" y="2526"/>
                </a:lnTo>
                <a:lnTo>
                  <a:pt x="3344920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8482" y="2250721"/>
            <a:ext cx="965344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11240"/>
                </a:solidFill>
              </a:defRPr>
            </a:lvl1pPr>
          </a:lstStyle>
          <a:p>
            <a:endParaRPr/>
          </a:p>
        </p:txBody>
      </p:sp>
      <p:sp>
        <p:nvSpPr>
          <p:cNvPr id="59" name="object 9">
            <a:extLst>
              <a:ext uri="{FF2B5EF4-FFF2-40B4-BE49-F238E27FC236}">
                <a16:creationId xmlns:a16="http://schemas.microsoft.com/office/drawing/2014/main" id="{5FC33564-67CA-D7BE-1360-34F9CE594EE7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4B26C464-5E34-DB77-A8D3-71B604766E54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252740990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ulo 2 Linhas Ser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14F004EC-4E7A-4878-9EE6-C64B66BBC05C}"/>
              </a:ext>
            </a:extLst>
          </p:cNvPr>
          <p:cNvSpPr/>
          <p:nvPr userDrawn="1"/>
        </p:nvSpPr>
        <p:spPr>
          <a:xfrm>
            <a:off x="-550" y="2"/>
            <a:ext cx="12190413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8F2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3341CC88-81A6-412E-A761-A76CFDC04733}"/>
              </a:ext>
            </a:extLst>
          </p:cNvPr>
          <p:cNvSpPr/>
          <p:nvPr userDrawn="1"/>
        </p:nvSpPr>
        <p:spPr>
          <a:xfrm>
            <a:off x="0" y="380976"/>
            <a:ext cx="889446" cy="226033"/>
          </a:xfrm>
          <a:custGeom>
            <a:avLst/>
            <a:gdLst/>
            <a:ahLst/>
            <a:cxnLst/>
            <a:rect l="l" t="t" r="r" b="b"/>
            <a:pathLst>
              <a:path w="1466850" h="372744">
                <a:moveTo>
                  <a:pt x="1444594" y="0"/>
                </a:moveTo>
                <a:lnTo>
                  <a:pt x="0" y="0"/>
                </a:lnTo>
                <a:lnTo>
                  <a:pt x="0" y="372119"/>
                </a:lnTo>
                <a:lnTo>
                  <a:pt x="1444720" y="372041"/>
                </a:lnTo>
                <a:lnTo>
                  <a:pt x="1466688" y="350062"/>
                </a:lnTo>
                <a:lnTo>
                  <a:pt x="1466562" y="21967"/>
                </a:lnTo>
                <a:lnTo>
                  <a:pt x="1464833" y="13415"/>
                </a:lnTo>
                <a:lnTo>
                  <a:pt x="1460121" y="6433"/>
                </a:lnTo>
                <a:lnTo>
                  <a:pt x="1453138" y="1725"/>
                </a:lnTo>
                <a:lnTo>
                  <a:pt x="1444594" y="0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12CABACE-69B7-494F-86EC-351A0D7F33B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0">
            <a:extLst>
              <a:ext uri="{FF2B5EF4-FFF2-40B4-BE49-F238E27FC236}">
                <a16:creationId xmlns:a16="http://schemas.microsoft.com/office/drawing/2014/main" id="{E6C7F318-B5EB-4631-AB7E-4C2F29F62421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E1EB835-7211-E978-5815-96A434E18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84" y="6691934"/>
            <a:ext cx="4113213" cy="12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FB8BE760-C245-43BE-D8DC-1FC823E7EBE2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36BFC3B-9AE6-522E-6281-E71AC583A00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  <p:sp>
        <p:nvSpPr>
          <p:cNvPr id="20" name="Subtítulo 7">
            <a:extLst>
              <a:ext uri="{FF2B5EF4-FFF2-40B4-BE49-F238E27FC236}">
                <a16:creationId xmlns:a16="http://schemas.microsoft.com/office/drawing/2014/main" id="{25C3CD12-9E3F-88BC-D34A-2B6B2C180FA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48466" y="1006914"/>
            <a:ext cx="9127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pt-BR" sz="1800" b="0" dirty="0">
                <a:solidFill>
                  <a:srgbClr val="424C70"/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2" name="Holder 2">
            <a:extLst>
              <a:ext uri="{FF2B5EF4-FFF2-40B4-BE49-F238E27FC236}">
                <a16:creationId xmlns:a16="http://schemas.microsoft.com/office/drawing/2014/main" id="{18AE76C6-B45A-03E0-8C89-8513909CB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66" y="286876"/>
            <a:ext cx="9127372" cy="646777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400" b="0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601924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staq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D2286C-A2CC-5549-941D-551D8F7757DF}"/>
              </a:ext>
            </a:extLst>
          </p:cNvPr>
          <p:cNvSpPr/>
          <p:nvPr userDrawn="1"/>
        </p:nvSpPr>
        <p:spPr>
          <a:xfrm>
            <a:off x="1" y="0"/>
            <a:ext cx="12190413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highlight>
                <a:srgbClr val="011240"/>
              </a:highlight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C05CB-34D6-8A43-9BDD-D08649AE2E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502F271F-0C9A-BF4A-B513-6E762D947778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10">
            <a:extLst>
              <a:ext uri="{FF2B5EF4-FFF2-40B4-BE49-F238E27FC236}">
                <a16:creationId xmlns:a16="http://schemas.microsoft.com/office/drawing/2014/main" id="{3E098B92-1780-7E47-9F35-7FEB3A057A7C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558B3EFF-70A4-D822-C63C-CE11CC41383C}"/>
              </a:ext>
            </a:extLst>
          </p:cNvPr>
          <p:cNvSpPr/>
          <p:nvPr userDrawn="1"/>
        </p:nvSpPr>
        <p:spPr>
          <a:xfrm>
            <a:off x="6376663" y="1219200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B68B795A-DD93-4FFC-56C9-21796F5054A1}"/>
              </a:ext>
            </a:extLst>
          </p:cNvPr>
          <p:cNvSpPr/>
          <p:nvPr userDrawn="1"/>
        </p:nvSpPr>
        <p:spPr>
          <a:xfrm>
            <a:off x="6376663" y="2822801"/>
            <a:ext cx="5813751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E57CA763-C766-B2A4-286D-B6349450C1F6}"/>
              </a:ext>
            </a:extLst>
          </p:cNvPr>
          <p:cNvSpPr/>
          <p:nvPr userDrawn="1"/>
        </p:nvSpPr>
        <p:spPr>
          <a:xfrm>
            <a:off x="6334934" y="4361769"/>
            <a:ext cx="5901684" cy="952500"/>
          </a:xfrm>
          <a:custGeom>
            <a:avLst/>
            <a:gdLst/>
            <a:ahLst/>
            <a:cxnLst/>
            <a:rect l="l" t="t" r="r" b="b"/>
            <a:pathLst>
              <a:path w="14230985" h="11308715">
                <a:moveTo>
                  <a:pt x="0" y="11308556"/>
                </a:moveTo>
                <a:lnTo>
                  <a:pt x="14230802" y="11308556"/>
                </a:lnTo>
                <a:lnTo>
                  <a:pt x="14230802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Título 7">
            <a:extLst>
              <a:ext uri="{FF2B5EF4-FFF2-40B4-BE49-F238E27FC236}">
                <a16:creationId xmlns:a16="http://schemas.microsoft.com/office/drawing/2014/main" id="{EE8C1123-E58E-65FF-5E1F-D99B40813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2148" y="2017884"/>
            <a:ext cx="7901610" cy="3100767"/>
          </a:xfrm>
          <a:prstGeom prst="rect">
            <a:avLst/>
          </a:prstGeom>
        </p:spPr>
        <p:txBody>
          <a:bodyPr/>
          <a:lstStyle>
            <a:lvl1pPr>
              <a:defRPr sz="4200" b="1">
                <a:solidFill>
                  <a:srgbClr val="031240"/>
                </a:solidFill>
              </a:defRPr>
            </a:lvl1pPr>
          </a:lstStyle>
          <a:p>
            <a:r>
              <a:rPr lang="pt-BR"/>
              <a:t>Aqui vai uma frase de destaque na apresentação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2CBB2F37-8C5B-AD4E-54BA-92A00FE02B23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E006F64-7F69-CEAA-151A-A4F932C6EDDD}"/>
              </a:ext>
            </a:extLst>
          </p:cNvPr>
          <p:cNvSpPr/>
          <p:nvPr userDrawn="1"/>
        </p:nvSpPr>
        <p:spPr>
          <a:xfrm>
            <a:off x="10074922" y="269893"/>
            <a:ext cx="746605" cy="350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srgbClr val="021240"/>
                </a:solidFill>
              </a:rPr>
              <a:t>LOGO DO CLIENTE</a:t>
            </a:r>
          </a:p>
        </p:txBody>
      </p:sp>
    </p:spTree>
    <p:extLst>
      <p:ext uri="{BB962C8B-B14F-4D97-AF65-F5344CB8AC3E}">
        <p14:creationId xmlns:p14="http://schemas.microsoft.com/office/powerpoint/2010/main" val="49591215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CC1B3-7838-B145-816C-DA4514FF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30" y="364850"/>
            <a:ext cx="10513557" cy="132558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555120-E40F-BA46-9E60-E5B9568564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895F12-D9E1-9A49-B0A5-EF0A2BD1B455}"/>
              </a:ext>
            </a:extLst>
          </p:cNvPr>
          <p:cNvSpPr/>
          <p:nvPr userDrawn="1"/>
        </p:nvSpPr>
        <p:spPr>
          <a:xfrm>
            <a:off x="1" y="0"/>
            <a:ext cx="7739729" cy="6858000"/>
          </a:xfrm>
          <a:prstGeom prst="rect">
            <a:avLst/>
          </a:prstGeom>
          <a:solidFill>
            <a:srgbClr val="E9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915E6B-891C-A54B-B0FF-FB38E1A59D1B}"/>
              </a:ext>
            </a:extLst>
          </p:cNvPr>
          <p:cNvSpPr/>
          <p:nvPr userDrawn="1"/>
        </p:nvSpPr>
        <p:spPr>
          <a:xfrm>
            <a:off x="7739730" y="-720090"/>
            <a:ext cx="4450684" cy="8298180"/>
          </a:xfrm>
          <a:prstGeom prst="rect">
            <a:avLst/>
          </a:prstGeom>
          <a:solidFill>
            <a:srgbClr val="E4F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/>
          </a:p>
        </p:txBody>
      </p:sp>
      <p:cxnSp>
        <p:nvCxnSpPr>
          <p:cNvPr id="6" name="Straight Connector 15">
            <a:extLst>
              <a:ext uri="{FF2B5EF4-FFF2-40B4-BE49-F238E27FC236}">
                <a16:creationId xmlns:a16="http://schemas.microsoft.com/office/drawing/2014/main" id="{11AAF64B-586B-1945-86D8-95A59168A547}"/>
              </a:ext>
            </a:extLst>
          </p:cNvPr>
          <p:cNvCxnSpPr>
            <a:cxnSpLocks/>
          </p:cNvCxnSpPr>
          <p:nvPr userDrawn="1"/>
        </p:nvCxnSpPr>
        <p:spPr>
          <a:xfrm>
            <a:off x="319586" y="6601756"/>
            <a:ext cx="11320219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bject 10">
            <a:extLst>
              <a:ext uri="{FF2B5EF4-FFF2-40B4-BE49-F238E27FC236}">
                <a16:creationId xmlns:a16="http://schemas.microsoft.com/office/drawing/2014/main" id="{41A9FC56-85B0-0B4A-9CD7-03B84D692D9D}"/>
              </a:ext>
            </a:extLst>
          </p:cNvPr>
          <p:cNvSpPr txBox="1">
            <a:spLocks/>
          </p:cNvSpPr>
          <p:nvPr userDrawn="1"/>
        </p:nvSpPr>
        <p:spPr>
          <a:xfrm>
            <a:off x="11686010" y="6524921"/>
            <a:ext cx="550609" cy="130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02">
              <a:lnSpc>
                <a:spcPts val="1052"/>
              </a:lnSpc>
            </a:pPr>
            <a:fld id="{81D60167-4931-47E6-BA6A-407CBD079E47}" type="slidenum">
              <a:rPr lang="pt-BR" sz="849" spc="9" smtClean="0">
                <a:solidFill>
                  <a:srgbClr val="0112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23102">
                <a:lnSpc>
                  <a:spcPts val="1052"/>
                </a:lnSpc>
              </a:pPr>
              <a:t>‹nº›</a:t>
            </a:fld>
            <a:endParaRPr lang="pt-BR" sz="849" spc="9">
              <a:solidFill>
                <a:srgbClr val="0112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91FA35E-B043-7F45-98CF-E552FA1C06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4350" y="687343"/>
            <a:ext cx="3573185" cy="5483319"/>
          </a:xfrm>
          <a:prstGeom prst="rect">
            <a:avLst/>
          </a:prstGeom>
        </p:spPr>
      </p:pic>
      <p:sp>
        <p:nvSpPr>
          <p:cNvPr id="10" name="Título 2">
            <a:extLst>
              <a:ext uri="{FF2B5EF4-FFF2-40B4-BE49-F238E27FC236}">
                <a16:creationId xmlns:a16="http://schemas.microsoft.com/office/drawing/2014/main" id="{C93A2EEE-3919-D92F-9BEE-C464DB1C8009}"/>
              </a:ext>
            </a:extLst>
          </p:cNvPr>
          <p:cNvSpPr txBox="1">
            <a:spLocks/>
          </p:cNvSpPr>
          <p:nvPr userDrawn="1"/>
        </p:nvSpPr>
        <p:spPr>
          <a:xfrm>
            <a:off x="1246985" y="916453"/>
            <a:ext cx="3835013" cy="554460"/>
          </a:xfrm>
          <a:prstGeom prst="rect">
            <a:avLst/>
          </a:prstGeom>
        </p:spPr>
        <p:txBody>
          <a:bodyPr/>
          <a:lstStyle>
            <a:lvl1pPr>
              <a:defRPr sz="7200" b="1" i="0" kern="0" dirty="0">
                <a:solidFill>
                  <a:srgbClr val="031240"/>
                </a:solidFill>
                <a:latin typeface="Arial"/>
                <a:ea typeface="+mj-ea"/>
                <a:cs typeface="Arial"/>
              </a:defRPr>
            </a:lvl1pPr>
          </a:lstStyle>
          <a:p>
            <a:pPr defTabSz="554437"/>
            <a:r>
              <a:rPr lang="pt-BR" sz="3638"/>
              <a:t>AGENDA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2D8D030F-5E53-6E5E-87A8-118ABDCDFE2C}"/>
              </a:ext>
            </a:extLst>
          </p:cNvPr>
          <p:cNvSpPr/>
          <p:nvPr userDrawn="1"/>
        </p:nvSpPr>
        <p:spPr>
          <a:xfrm>
            <a:off x="11039140" y="379290"/>
            <a:ext cx="793753" cy="123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E5CC047-5F02-0063-3650-F629EDBD2C52}"/>
              </a:ext>
            </a:extLst>
          </p:cNvPr>
          <p:cNvSpPr txBox="1"/>
          <p:nvPr userDrawn="1"/>
        </p:nvSpPr>
        <p:spPr>
          <a:xfrm>
            <a:off x="12229744" y="1138961"/>
            <a:ext cx="2282864" cy="175432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/>
              <a:t>Para </a:t>
            </a:r>
            <a:r>
              <a:rPr lang="pt-BR" sz="1800" err="1"/>
              <a:t>ghosting</a:t>
            </a:r>
            <a:r>
              <a:rPr lang="pt-BR" sz="1800"/>
              <a:t>, trocar a cor da fonte para o terceiro azul do Serene blue (última cor da régua de cores)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34130E0-4D94-5AE1-500D-0D30A8236A53}"/>
              </a:ext>
            </a:extLst>
          </p:cNvPr>
          <p:cNvSpPr txBox="1"/>
          <p:nvPr userDrawn="1"/>
        </p:nvSpPr>
        <p:spPr>
          <a:xfrm>
            <a:off x="12318835" y="5316320"/>
            <a:ext cx="2006766" cy="120032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/>
              <a:t>Foto opcional (inserir no tamanho da atual)</a:t>
            </a:r>
          </a:p>
        </p:txBody>
      </p:sp>
    </p:spTree>
    <p:extLst>
      <p:ext uri="{BB962C8B-B14F-4D97-AF65-F5344CB8AC3E}">
        <p14:creationId xmlns:p14="http://schemas.microsoft.com/office/powerpoint/2010/main" val="1299155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ra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2">
            <a:extLst>
              <a:ext uri="{FF2B5EF4-FFF2-40B4-BE49-F238E27FC236}">
                <a16:creationId xmlns:a16="http://schemas.microsoft.com/office/drawing/2014/main" id="{38937110-74AF-495D-9A71-2EB0AEF037DD}"/>
              </a:ext>
            </a:extLst>
          </p:cNvPr>
          <p:cNvSpPr/>
          <p:nvPr userDrawn="1"/>
        </p:nvSpPr>
        <p:spPr>
          <a:xfrm>
            <a:off x="1" y="-79513"/>
            <a:ext cx="12208835" cy="694006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E5F41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8C1980BF-F06B-49AF-847E-340A634F01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289" y="3252815"/>
            <a:ext cx="3129837" cy="352375"/>
          </a:xfrm>
          <a:prstGeom prst="rect">
            <a:avLst/>
          </a:prstGeom>
        </p:spPr>
      </p:pic>
      <p:sp>
        <p:nvSpPr>
          <p:cNvPr id="5" name="object 16">
            <a:extLst>
              <a:ext uri="{FF2B5EF4-FFF2-40B4-BE49-F238E27FC236}">
                <a16:creationId xmlns:a16="http://schemas.microsoft.com/office/drawing/2014/main" id="{D427597C-FD23-8F0F-0A64-D171DADFCF37}"/>
              </a:ext>
            </a:extLst>
          </p:cNvPr>
          <p:cNvSpPr txBox="1"/>
          <p:nvPr userDrawn="1"/>
        </p:nvSpPr>
        <p:spPr>
          <a:xfrm>
            <a:off x="9909709" y="5806878"/>
            <a:ext cx="1681861" cy="551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0">
              <a:lnSpc>
                <a:spcPts val="1383"/>
              </a:lnSpc>
            </a:pPr>
            <a:r>
              <a:rPr lang="pt-BR" sz="1182" spc="-30" noProof="0">
                <a:solidFill>
                  <a:srgbClr val="031240"/>
                </a:solidFill>
                <a:latin typeface="Arial"/>
                <a:cs typeface="Arial"/>
              </a:rPr>
              <a:t>Av.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Ibirapuera,</a:t>
            </a:r>
            <a:r>
              <a:rPr lang="pt-BR" sz="1182" spc="27" noProof="0">
                <a:solidFill>
                  <a:srgbClr val="031240"/>
                </a:solidFill>
                <a:latin typeface="Arial"/>
                <a:cs typeface="Arial"/>
              </a:rPr>
              <a:t>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1753</a:t>
            </a:r>
            <a:endParaRPr lang="pt-BR" sz="1182" noProof="0">
              <a:latin typeface="Arial"/>
              <a:cs typeface="Arial"/>
            </a:endParaRPr>
          </a:p>
          <a:p>
            <a:pPr marL="7700" marR="3081">
              <a:lnSpc>
                <a:spcPct val="105700"/>
              </a:lnSpc>
            </a:pP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18° </a:t>
            </a:r>
            <a:r>
              <a:rPr lang="pt-BR" sz="1182" spc="3" noProof="0">
                <a:solidFill>
                  <a:srgbClr val="031240"/>
                </a:solidFill>
                <a:latin typeface="Arial"/>
                <a:cs typeface="Arial"/>
              </a:rPr>
              <a:t>andar -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 </a:t>
            </a: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Moema, </a:t>
            </a:r>
          </a:p>
          <a:p>
            <a:pPr marL="7700" marR="3081">
              <a:lnSpc>
                <a:spcPct val="105700"/>
              </a:lnSpc>
            </a:pP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São </a:t>
            </a:r>
            <a:r>
              <a:rPr lang="pt-BR" sz="1182" spc="6" noProof="0">
                <a:solidFill>
                  <a:srgbClr val="031240"/>
                </a:solidFill>
                <a:latin typeface="Arial"/>
                <a:cs typeface="Arial"/>
              </a:rPr>
              <a:t>Paulo/</a:t>
            </a:r>
            <a:r>
              <a:rPr lang="pt-BR" sz="1182" spc="9" noProof="0">
                <a:solidFill>
                  <a:srgbClr val="031240"/>
                </a:solidFill>
                <a:latin typeface="Arial"/>
                <a:cs typeface="Arial"/>
              </a:rPr>
              <a:t>SP</a:t>
            </a:r>
            <a:endParaRPr lang="pt-BR" sz="1182" noProof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922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Relationship Id="rId9" Type="http://schemas.openxmlformats.org/officeDocument/2006/relationships/image" Target="../media/image3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.bin"/><Relationship Id="rId5" Type="http://schemas.openxmlformats.org/officeDocument/2006/relationships/tags" Target="../tags/tag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28.xml"/><Relationship Id="rId42" Type="http://schemas.openxmlformats.org/officeDocument/2006/relationships/slideLayout" Target="../slideLayouts/slideLayout49.xml"/><Relationship Id="rId47" Type="http://schemas.openxmlformats.org/officeDocument/2006/relationships/slideLayout" Target="../slideLayouts/slideLayout54.xml"/><Relationship Id="rId63" Type="http://schemas.openxmlformats.org/officeDocument/2006/relationships/slideLayout" Target="../slideLayouts/slideLayout70.xml"/><Relationship Id="rId68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9.xml"/><Relationship Id="rId37" Type="http://schemas.openxmlformats.org/officeDocument/2006/relationships/slideLayout" Target="../slideLayouts/slideLayout44.xml"/><Relationship Id="rId40" Type="http://schemas.openxmlformats.org/officeDocument/2006/relationships/slideLayout" Target="../slideLayouts/slideLayout47.xml"/><Relationship Id="rId45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60.xml"/><Relationship Id="rId58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12.xml"/><Relationship Id="rId61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50.xml"/><Relationship Id="rId48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71.xml"/><Relationship Id="rId69" Type="http://schemas.openxmlformats.org/officeDocument/2006/relationships/tags" Target="../tags/tag5.xml"/><Relationship Id="rId8" Type="http://schemas.openxmlformats.org/officeDocument/2006/relationships/slideLayout" Target="../slideLayouts/slideLayout15.xml"/><Relationship Id="rId51" Type="http://schemas.openxmlformats.org/officeDocument/2006/relationships/slideLayout" Target="../slideLayouts/slideLayout58.xml"/><Relationship Id="rId72" Type="http://schemas.openxmlformats.org/officeDocument/2006/relationships/image" Target="../media/image2.svg"/><Relationship Id="rId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40.xml"/><Relationship Id="rId38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53.xml"/><Relationship Id="rId59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27.xml"/><Relationship Id="rId41" Type="http://schemas.openxmlformats.org/officeDocument/2006/relationships/slideLayout" Target="../slideLayouts/slideLayout48.xml"/><Relationship Id="rId54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9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43.xml"/><Relationship Id="rId49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17.xml"/><Relationship Id="rId31" Type="http://schemas.openxmlformats.org/officeDocument/2006/relationships/slideLayout" Target="../slideLayouts/slideLayout38.xml"/><Relationship Id="rId44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7.xml"/><Relationship Id="rId65" Type="http://schemas.openxmlformats.org/officeDocument/2006/relationships/slideLayout" Target="../slideLayouts/slideLayout72.xml"/><Relationship Id="rId73" Type="http://schemas.openxmlformats.org/officeDocument/2006/relationships/image" Target="../media/image11.sv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9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1.xml"/><Relationship Id="rId50" Type="http://schemas.openxmlformats.org/officeDocument/2006/relationships/slideLayout" Target="../slideLayouts/slideLayout57.xml"/><Relationship Id="rId55" Type="http://schemas.openxmlformats.org/officeDocument/2006/relationships/slideLayout" Target="../slideLayouts/slideLayout62.xml"/><Relationship Id="rId7" Type="http://schemas.openxmlformats.org/officeDocument/2006/relationships/slideLayout" Target="../slideLayouts/slideLayout14.xml"/><Relationship Id="rId7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4C88AED2-3388-6ECE-622D-3200FB2AA2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663994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" imgW="395" imgH="394" progId="TCLayout.ActiveDocument.1">
                  <p:embed/>
                </p:oleObj>
              </mc:Choice>
              <mc:Fallback>
                <p:oleObj name="Slide do think-cell" r:id="rId6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4C88AED2-3388-6ECE-622D-3200FB2AA2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7E465CD6-E0E7-4065-8132-F483A9EF2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678" y="6616496"/>
            <a:ext cx="8749014" cy="1697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cxnSp>
        <p:nvCxnSpPr>
          <p:cNvPr id="31" name="Straight Connector 15">
            <a:extLst>
              <a:ext uri="{FF2B5EF4-FFF2-40B4-BE49-F238E27FC236}">
                <a16:creationId xmlns:a16="http://schemas.microsoft.com/office/drawing/2014/main" id="{67138D81-3E30-4788-A880-BC3A36509C8A}"/>
              </a:ext>
            </a:extLst>
          </p:cNvPr>
          <p:cNvCxnSpPr>
            <a:cxnSpLocks/>
          </p:cNvCxnSpPr>
          <p:nvPr userDrawn="1"/>
        </p:nvCxnSpPr>
        <p:spPr>
          <a:xfrm>
            <a:off x="306386" y="6561142"/>
            <a:ext cx="11259081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4647796-882F-BE7A-FCBF-034278484C57}"/>
              </a:ext>
            </a:extLst>
          </p:cNvPr>
          <p:cNvGrpSpPr/>
          <p:nvPr userDrawn="1"/>
        </p:nvGrpSpPr>
        <p:grpSpPr>
          <a:xfrm>
            <a:off x="-947107" y="37665"/>
            <a:ext cx="682699" cy="1543897"/>
            <a:chOff x="-947107" y="37665"/>
            <a:chExt cx="682699" cy="1543897"/>
          </a:xfrm>
        </p:grpSpPr>
        <p:sp>
          <p:nvSpPr>
            <p:cNvPr id="35" name="object 37">
              <a:extLst>
                <a:ext uri="{FF2B5EF4-FFF2-40B4-BE49-F238E27FC236}">
                  <a16:creationId xmlns:a16="http://schemas.microsoft.com/office/drawing/2014/main" id="{3B25F40E-A8BB-5C4B-7D22-96404B7D3A7C}"/>
                </a:ext>
              </a:extLst>
            </p:cNvPr>
            <p:cNvSpPr/>
            <p:nvPr userDrawn="1"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3D3169EC-1904-71EB-C791-FBDB8A27FBBB}"/>
                </a:ext>
              </a:extLst>
            </p:cNvPr>
            <p:cNvSpPr/>
            <p:nvPr userDrawn="1"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39">
              <a:extLst>
                <a:ext uri="{FF2B5EF4-FFF2-40B4-BE49-F238E27FC236}">
                  <a16:creationId xmlns:a16="http://schemas.microsoft.com/office/drawing/2014/main" id="{4F468902-6B5F-D978-CA68-39EB417CEDF4}"/>
                </a:ext>
              </a:extLst>
            </p:cNvPr>
            <p:cNvSpPr/>
            <p:nvPr userDrawn="1"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0">
              <a:extLst>
                <a:ext uri="{FF2B5EF4-FFF2-40B4-BE49-F238E27FC236}">
                  <a16:creationId xmlns:a16="http://schemas.microsoft.com/office/drawing/2014/main" id="{7E89D1D9-41C4-7F85-07C5-9E150611E9F0}"/>
                </a:ext>
              </a:extLst>
            </p:cNvPr>
            <p:cNvSpPr/>
            <p:nvPr userDrawn="1"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8C3F314-9C93-D9DD-34A4-05EA3843322A}"/>
                </a:ext>
              </a:extLst>
            </p:cNvPr>
            <p:cNvSpPr txBox="1"/>
            <p:nvPr userDrawn="1"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BF117900-79B0-EA72-F319-71A3BCB74F00}"/>
                </a:ext>
              </a:extLst>
            </p:cNvPr>
            <p:cNvSpPr txBox="1"/>
            <p:nvPr userDrawn="1"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CDD22199-5AF6-2317-67B8-D6EE7B710A55}"/>
                </a:ext>
              </a:extLst>
            </p:cNvPr>
            <p:cNvSpPr txBox="1"/>
            <p:nvPr userDrawn="1"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4EF09CC9-F557-D809-F071-4AEB4C52CA88}"/>
                </a:ext>
              </a:extLst>
            </p:cNvPr>
            <p:cNvSpPr txBox="1"/>
            <p:nvPr userDrawn="1"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D1DA7EC-079B-17FF-4E9E-92640CA435A7}"/>
              </a:ext>
            </a:extLst>
          </p:cNvPr>
          <p:cNvGrpSpPr/>
          <p:nvPr userDrawn="1"/>
        </p:nvGrpSpPr>
        <p:grpSpPr>
          <a:xfrm>
            <a:off x="-947107" y="1970981"/>
            <a:ext cx="682698" cy="1302062"/>
            <a:chOff x="-947107" y="1970981"/>
            <a:chExt cx="682698" cy="1302062"/>
          </a:xfrm>
        </p:grpSpPr>
        <p:sp>
          <p:nvSpPr>
            <p:cNvPr id="38" name="object 45">
              <a:extLst>
                <a:ext uri="{FF2B5EF4-FFF2-40B4-BE49-F238E27FC236}">
                  <a16:creationId xmlns:a16="http://schemas.microsoft.com/office/drawing/2014/main" id="{6AE770BF-0644-F53E-5609-3818AA300BC2}"/>
                </a:ext>
              </a:extLst>
            </p:cNvPr>
            <p:cNvSpPr/>
            <p:nvPr userDrawn="1"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4" name="object 46">
              <a:extLst>
                <a:ext uri="{FF2B5EF4-FFF2-40B4-BE49-F238E27FC236}">
                  <a16:creationId xmlns:a16="http://schemas.microsoft.com/office/drawing/2014/main" id="{20A23D5E-747A-ED32-0794-36037B604828}"/>
                </a:ext>
              </a:extLst>
            </p:cNvPr>
            <p:cNvSpPr/>
            <p:nvPr userDrawn="1"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47">
              <a:extLst>
                <a:ext uri="{FF2B5EF4-FFF2-40B4-BE49-F238E27FC236}">
                  <a16:creationId xmlns:a16="http://schemas.microsoft.com/office/drawing/2014/main" id="{C45A0A0F-5BF0-E782-6167-7D8C24CC82E2}"/>
                </a:ext>
              </a:extLst>
            </p:cNvPr>
            <p:cNvSpPr/>
            <p:nvPr userDrawn="1"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D81680F4-49ED-C100-6491-AEB460E05401}"/>
                </a:ext>
              </a:extLst>
            </p:cNvPr>
            <p:cNvSpPr txBox="1"/>
            <p:nvPr userDrawn="1"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87BC249-BE5B-1596-54C6-C39414729627}"/>
                </a:ext>
              </a:extLst>
            </p:cNvPr>
            <p:cNvSpPr txBox="1"/>
            <p:nvPr userDrawn="1"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D207ED09-6C2C-BBBF-D2F7-78FF84BA01F1}"/>
                </a:ext>
              </a:extLst>
            </p:cNvPr>
            <p:cNvSpPr txBox="1"/>
            <p:nvPr userDrawn="1"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sp>
        <p:nvSpPr>
          <p:cNvPr id="21" name="Espaço Reservado para Número de Slide 20">
            <a:extLst>
              <a:ext uri="{FF2B5EF4-FFF2-40B4-BE49-F238E27FC236}">
                <a16:creationId xmlns:a16="http://schemas.microsoft.com/office/drawing/2014/main" id="{DBCEDACC-277C-AB29-6611-6514EFC3238B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298769" y="6477131"/>
            <a:ext cx="649710" cy="168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26CE7-9778-3F46-9725-5AB2C4565ACD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9CC0647-73C9-2E38-FFD6-04EF3AEC84AC}"/>
              </a:ext>
            </a:extLst>
          </p:cNvPr>
          <p:cNvGrpSpPr/>
          <p:nvPr userDrawn="1"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09A6E0E7-68A2-8B2D-2143-B2BE4F8F79D5}"/>
                </a:ext>
              </a:extLst>
            </p:cNvPr>
            <p:cNvSpPr txBox="1"/>
            <p:nvPr userDrawn="1"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44A8FDE9-E2B0-82D1-FBB0-CDADBBFE7A96}"/>
                </a:ext>
              </a:extLst>
            </p:cNvPr>
            <p:cNvSpPr txBox="1"/>
            <p:nvPr userDrawn="1"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0CF0252D-116B-8F2C-E7AD-5B4D81BB3155}"/>
                </a:ext>
              </a:extLst>
            </p:cNvPr>
            <p:cNvSpPr txBox="1"/>
            <p:nvPr userDrawn="1"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50F3A3E-3B36-1A42-243B-F088005130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-3435922" y="3401828"/>
            <a:ext cx="6905668" cy="54341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467D1556-3FC2-EBA1-A607-C6EF3FB657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28362" y="372106"/>
            <a:ext cx="827087" cy="23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67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3" r:id="rId1"/>
    <p:sldLayoutId id="2147485104" r:id="rId2"/>
    <p:sldLayoutId id="2147485112" r:id="rId3"/>
  </p:sldLayoutIdLst>
  <p:hf hdr="0" dt="0"/>
  <p:txStyles>
    <p:titleStyle>
      <a:lvl1pPr>
        <a:defRPr sz="2395" b="0" i="0" kern="0" dirty="0">
          <a:solidFill>
            <a:srgbClr val="031240"/>
          </a:solidFill>
          <a:latin typeface="Arial"/>
          <a:ea typeface="+mj-ea"/>
          <a:cs typeface="Arial"/>
        </a:defRPr>
      </a:lvl1pPr>
    </p:titleStyle>
    <p:bodyStyle>
      <a:lvl1pPr marL="0">
        <a:defRPr sz="1200">
          <a:solidFill>
            <a:srgbClr val="0112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3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4" pos="7468" userDrawn="1">
          <p15:clr>
            <a:srgbClr val="F26B43"/>
          </p15:clr>
        </p15:guide>
        <p15:guide id="5" pos="3839" userDrawn="1">
          <p15:clr>
            <a:srgbClr val="F26B43"/>
          </p15:clr>
        </p15:guide>
        <p15:guide id="6" orient="horz" pos="913" userDrawn="1">
          <p15:clr>
            <a:srgbClr val="F26B43"/>
          </p15:clr>
        </p15:guide>
        <p15:guide id="7" orient="horz" pos="41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EF9612E-943B-0FFB-2F6F-2D0EA95AC0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684565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" imgW="336" imgH="340" progId="TCLayout.ActiveDocument.1">
                  <p:embed/>
                </p:oleObj>
              </mc:Choice>
              <mc:Fallback>
                <p:oleObj name="Slide do think-cell" r:id="rId6" imgW="336" imgH="34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F9612E-943B-0FFB-2F6F-2D0EA95AC0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6DF1081-F21C-1426-F377-951BB43D00D1}"/>
              </a:ext>
            </a:extLst>
          </p:cNvPr>
          <p:cNvSpPr txBox="1">
            <a:spLocks/>
          </p:cNvSpPr>
          <p:nvPr userDrawn="1"/>
        </p:nvSpPr>
        <p:spPr>
          <a:xfrm>
            <a:off x="11028614" y="717149"/>
            <a:ext cx="826836" cy="43833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577" indent="-228577" algn="r" defTabSz="9143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/>
              <a:t>Logo horizontal do cliente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14565E17-850A-4DD4-A5B7-E32BB3B9BC0D}"/>
              </a:ext>
            </a:extLst>
          </p:cNvPr>
          <p:cNvGrpSpPr/>
          <p:nvPr userDrawn="1"/>
        </p:nvGrpSpPr>
        <p:grpSpPr>
          <a:xfrm>
            <a:off x="-947107" y="37665"/>
            <a:ext cx="682699" cy="1543897"/>
            <a:chOff x="-947107" y="37665"/>
            <a:chExt cx="682699" cy="1543897"/>
          </a:xfrm>
        </p:grpSpPr>
        <p:sp>
          <p:nvSpPr>
            <p:cNvPr id="10" name="object 37">
              <a:extLst>
                <a:ext uri="{FF2B5EF4-FFF2-40B4-BE49-F238E27FC236}">
                  <a16:creationId xmlns:a16="http://schemas.microsoft.com/office/drawing/2014/main" id="{6242ECDE-8C7E-A726-8B6C-32693C486497}"/>
                </a:ext>
              </a:extLst>
            </p:cNvPr>
            <p:cNvSpPr/>
            <p:nvPr userDrawn="1"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1" name="object 38">
              <a:extLst>
                <a:ext uri="{FF2B5EF4-FFF2-40B4-BE49-F238E27FC236}">
                  <a16:creationId xmlns:a16="http://schemas.microsoft.com/office/drawing/2014/main" id="{8EDAFFD1-98C9-A962-0FFF-6F5FE64E1AB3}"/>
                </a:ext>
              </a:extLst>
            </p:cNvPr>
            <p:cNvSpPr/>
            <p:nvPr userDrawn="1"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5" name="object 39">
              <a:extLst>
                <a:ext uri="{FF2B5EF4-FFF2-40B4-BE49-F238E27FC236}">
                  <a16:creationId xmlns:a16="http://schemas.microsoft.com/office/drawing/2014/main" id="{B6BC2F74-8D18-7CCA-2E8A-D20392C25C32}"/>
                </a:ext>
              </a:extLst>
            </p:cNvPr>
            <p:cNvSpPr/>
            <p:nvPr userDrawn="1"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6" name="object 40">
              <a:extLst>
                <a:ext uri="{FF2B5EF4-FFF2-40B4-BE49-F238E27FC236}">
                  <a16:creationId xmlns:a16="http://schemas.microsoft.com/office/drawing/2014/main" id="{FB56518E-2A71-9159-47EB-F10ADDFCB81A}"/>
                </a:ext>
              </a:extLst>
            </p:cNvPr>
            <p:cNvSpPr/>
            <p:nvPr userDrawn="1"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BE833507-1440-EB67-83C8-04F09DD1ACB0}"/>
                </a:ext>
              </a:extLst>
            </p:cNvPr>
            <p:cNvSpPr txBox="1"/>
            <p:nvPr userDrawn="1"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7500ACB9-85F1-D4AC-EE7B-A681D28ABEDB}"/>
                </a:ext>
              </a:extLst>
            </p:cNvPr>
            <p:cNvSpPr txBox="1"/>
            <p:nvPr userDrawn="1"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54D3274-F608-45AD-889E-142BB4BEBDDB}"/>
                </a:ext>
              </a:extLst>
            </p:cNvPr>
            <p:cNvSpPr txBox="1"/>
            <p:nvPr userDrawn="1"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BF366B7-EF75-5A00-D1CB-999DFC8A4246}"/>
                </a:ext>
              </a:extLst>
            </p:cNvPr>
            <p:cNvSpPr txBox="1"/>
            <p:nvPr userDrawn="1"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FEE1FC9A-8DC3-6881-25DB-88AA9D08A31F}"/>
              </a:ext>
            </a:extLst>
          </p:cNvPr>
          <p:cNvGrpSpPr/>
          <p:nvPr userDrawn="1"/>
        </p:nvGrpSpPr>
        <p:grpSpPr>
          <a:xfrm>
            <a:off x="-947107" y="1970981"/>
            <a:ext cx="682698" cy="1302062"/>
            <a:chOff x="-947107" y="1970981"/>
            <a:chExt cx="682698" cy="1302062"/>
          </a:xfrm>
        </p:grpSpPr>
        <p:sp>
          <p:nvSpPr>
            <p:cNvPr id="40" name="object 45">
              <a:extLst>
                <a:ext uri="{FF2B5EF4-FFF2-40B4-BE49-F238E27FC236}">
                  <a16:creationId xmlns:a16="http://schemas.microsoft.com/office/drawing/2014/main" id="{9C136409-E6E9-BBE6-9E16-FE34C92D4589}"/>
                </a:ext>
              </a:extLst>
            </p:cNvPr>
            <p:cNvSpPr/>
            <p:nvPr userDrawn="1"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6">
              <a:extLst>
                <a:ext uri="{FF2B5EF4-FFF2-40B4-BE49-F238E27FC236}">
                  <a16:creationId xmlns:a16="http://schemas.microsoft.com/office/drawing/2014/main" id="{837528E3-BBF3-B537-85BC-96898DA5803E}"/>
                </a:ext>
              </a:extLst>
            </p:cNvPr>
            <p:cNvSpPr/>
            <p:nvPr userDrawn="1"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7">
              <a:extLst>
                <a:ext uri="{FF2B5EF4-FFF2-40B4-BE49-F238E27FC236}">
                  <a16:creationId xmlns:a16="http://schemas.microsoft.com/office/drawing/2014/main" id="{A1470485-F526-0F55-8CC1-FD691193FADF}"/>
                </a:ext>
              </a:extLst>
            </p:cNvPr>
            <p:cNvSpPr/>
            <p:nvPr userDrawn="1"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97129C52-D5AF-30E6-4E30-28EFE85E2AEF}"/>
                </a:ext>
              </a:extLst>
            </p:cNvPr>
            <p:cNvSpPr txBox="1"/>
            <p:nvPr userDrawn="1"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17E36BFF-F618-0B93-383C-2BDC395809D0}"/>
                </a:ext>
              </a:extLst>
            </p:cNvPr>
            <p:cNvSpPr txBox="1"/>
            <p:nvPr userDrawn="1"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D85306F7-1859-86E4-094E-00F8EA0F1957}"/>
                </a:ext>
              </a:extLst>
            </p:cNvPr>
            <p:cNvSpPr txBox="1"/>
            <p:nvPr userDrawn="1"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EDC442A1-3BFA-F4E1-FFA7-F5819609DDCC}"/>
              </a:ext>
            </a:extLst>
          </p:cNvPr>
          <p:cNvGrpSpPr/>
          <p:nvPr userDrawn="1"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ADAD164C-EC2D-BFDD-54C3-9928A8F68CE4}"/>
                </a:ext>
              </a:extLst>
            </p:cNvPr>
            <p:cNvSpPr txBox="1"/>
            <p:nvPr userDrawn="1"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68BF0C41-98A9-B760-FAAB-F91D6F09B7F1}"/>
                </a:ext>
              </a:extLst>
            </p:cNvPr>
            <p:cNvSpPr txBox="1"/>
            <p:nvPr userDrawn="1"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80C26B60-0A45-54B6-1C0E-6CA10E746D8B}"/>
                </a:ext>
              </a:extLst>
            </p:cNvPr>
            <p:cNvSpPr txBox="1"/>
            <p:nvPr userDrawn="1"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  <p:pic>
        <p:nvPicPr>
          <p:cNvPr id="50" name="Gráfico 49">
            <a:extLst>
              <a:ext uri="{FF2B5EF4-FFF2-40B4-BE49-F238E27FC236}">
                <a16:creationId xmlns:a16="http://schemas.microsoft.com/office/drawing/2014/main" id="{DFFF19FC-FF3D-FAAE-993A-119942EC92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28362" y="372106"/>
            <a:ext cx="827087" cy="23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0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6" r:id="rId1"/>
    <p:sldLayoutId id="2147485137" r:id="rId2"/>
    <p:sldLayoutId id="2147485123" r:id="rId3"/>
  </p:sldLayoutIdLst>
  <p:hf hdr="0" dt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2667D66-6BA6-14B5-D7A9-85D0588F6F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917405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36" imgH="340" progId="TCLayout.ActiveDocument.1">
                  <p:embed/>
                </p:oleObj>
              </mc:Choice>
              <mc:Fallback>
                <p:oleObj name="Slide do think-cell" r:id="rId4" imgW="336" imgH="34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667D66-6BA6-14B5-D7A9-85D0588F6F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4208714-B1F2-D021-DE39-17AC86097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678" y="6616496"/>
            <a:ext cx="8749014" cy="1697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cxnSp>
        <p:nvCxnSpPr>
          <p:cNvPr id="6" name="Straight Connector 15">
            <a:extLst>
              <a:ext uri="{FF2B5EF4-FFF2-40B4-BE49-F238E27FC236}">
                <a16:creationId xmlns:a16="http://schemas.microsoft.com/office/drawing/2014/main" id="{2C25F51B-9026-1A9B-756A-535799CE29E0}"/>
              </a:ext>
            </a:extLst>
          </p:cNvPr>
          <p:cNvCxnSpPr>
            <a:cxnSpLocks/>
          </p:cNvCxnSpPr>
          <p:nvPr userDrawn="1"/>
        </p:nvCxnSpPr>
        <p:spPr>
          <a:xfrm>
            <a:off x="306386" y="6561142"/>
            <a:ext cx="11259081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20">
            <a:extLst>
              <a:ext uri="{FF2B5EF4-FFF2-40B4-BE49-F238E27FC236}">
                <a16:creationId xmlns:a16="http://schemas.microsoft.com/office/drawing/2014/main" id="{5F78E627-0269-F4F5-5ACD-BE70CB373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9310" y="6476291"/>
            <a:ext cx="643277" cy="1697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26CE7-9778-3F46-9725-5AB2C4565ACD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961A1C0-23F0-5B7A-1AD7-2F75709EE94B}"/>
              </a:ext>
            </a:extLst>
          </p:cNvPr>
          <p:cNvGrpSpPr/>
          <p:nvPr userDrawn="1"/>
        </p:nvGrpSpPr>
        <p:grpSpPr>
          <a:xfrm>
            <a:off x="-947107" y="37665"/>
            <a:ext cx="682699" cy="1543897"/>
            <a:chOff x="-947107" y="37665"/>
            <a:chExt cx="682699" cy="1543897"/>
          </a:xfrm>
        </p:grpSpPr>
        <p:sp>
          <p:nvSpPr>
            <p:cNvPr id="5" name="object 37">
              <a:extLst>
                <a:ext uri="{FF2B5EF4-FFF2-40B4-BE49-F238E27FC236}">
                  <a16:creationId xmlns:a16="http://schemas.microsoft.com/office/drawing/2014/main" id="{4CE466D4-7EB5-B62C-3B63-B3BFB1D667B5}"/>
                </a:ext>
              </a:extLst>
            </p:cNvPr>
            <p:cNvSpPr/>
            <p:nvPr userDrawn="1"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2" name="object 38">
              <a:extLst>
                <a:ext uri="{FF2B5EF4-FFF2-40B4-BE49-F238E27FC236}">
                  <a16:creationId xmlns:a16="http://schemas.microsoft.com/office/drawing/2014/main" id="{BFF72A8E-5E83-B09D-A1BA-0A79DA3977C2}"/>
                </a:ext>
              </a:extLst>
            </p:cNvPr>
            <p:cNvSpPr/>
            <p:nvPr userDrawn="1"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DDBC2A0A-9ECE-8224-D712-4047CC05CC94}"/>
                </a:ext>
              </a:extLst>
            </p:cNvPr>
            <p:cNvSpPr/>
            <p:nvPr userDrawn="1"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8" name="object 40">
              <a:extLst>
                <a:ext uri="{FF2B5EF4-FFF2-40B4-BE49-F238E27FC236}">
                  <a16:creationId xmlns:a16="http://schemas.microsoft.com/office/drawing/2014/main" id="{81F9DE30-7622-E37E-D871-8B71ECF448EC}"/>
                </a:ext>
              </a:extLst>
            </p:cNvPr>
            <p:cNvSpPr/>
            <p:nvPr userDrawn="1"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8EFC8997-596D-98E6-3DF4-1EBE67EC2F2A}"/>
                </a:ext>
              </a:extLst>
            </p:cNvPr>
            <p:cNvSpPr txBox="1"/>
            <p:nvPr userDrawn="1"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45660DD4-5617-1E0B-C90F-D61FD0B9D2A3}"/>
                </a:ext>
              </a:extLst>
            </p:cNvPr>
            <p:cNvSpPr txBox="1"/>
            <p:nvPr userDrawn="1"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64323CA-838C-8213-4CC3-B1E9A214AFC5}"/>
                </a:ext>
              </a:extLst>
            </p:cNvPr>
            <p:cNvSpPr txBox="1"/>
            <p:nvPr userDrawn="1"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7FD502D0-FC28-FFC0-8882-1C40EB8C6635}"/>
                </a:ext>
              </a:extLst>
            </p:cNvPr>
            <p:cNvSpPr txBox="1"/>
            <p:nvPr userDrawn="1"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09BFFDB5-972D-5A6B-244D-21A5CFCB4BE5}"/>
              </a:ext>
            </a:extLst>
          </p:cNvPr>
          <p:cNvGrpSpPr/>
          <p:nvPr userDrawn="1"/>
        </p:nvGrpSpPr>
        <p:grpSpPr>
          <a:xfrm>
            <a:off x="-947107" y="1970981"/>
            <a:ext cx="682698" cy="1302062"/>
            <a:chOff x="-947107" y="1970981"/>
            <a:chExt cx="682698" cy="1302062"/>
          </a:xfrm>
        </p:grpSpPr>
        <p:sp>
          <p:nvSpPr>
            <p:cNvPr id="46" name="object 45">
              <a:extLst>
                <a:ext uri="{FF2B5EF4-FFF2-40B4-BE49-F238E27FC236}">
                  <a16:creationId xmlns:a16="http://schemas.microsoft.com/office/drawing/2014/main" id="{B1791E8E-2EDD-EC91-AB51-768E98FFF44B}"/>
                </a:ext>
              </a:extLst>
            </p:cNvPr>
            <p:cNvSpPr/>
            <p:nvPr userDrawn="1"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7" name="object 46">
              <a:extLst>
                <a:ext uri="{FF2B5EF4-FFF2-40B4-BE49-F238E27FC236}">
                  <a16:creationId xmlns:a16="http://schemas.microsoft.com/office/drawing/2014/main" id="{8B6452FF-DCCC-3EC1-6E58-8CAA0EF72FE7}"/>
                </a:ext>
              </a:extLst>
            </p:cNvPr>
            <p:cNvSpPr/>
            <p:nvPr userDrawn="1"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8" name="object 47">
              <a:extLst>
                <a:ext uri="{FF2B5EF4-FFF2-40B4-BE49-F238E27FC236}">
                  <a16:creationId xmlns:a16="http://schemas.microsoft.com/office/drawing/2014/main" id="{7DB1435B-E2B0-38B5-7A59-16C1516268D5}"/>
                </a:ext>
              </a:extLst>
            </p:cNvPr>
            <p:cNvSpPr/>
            <p:nvPr userDrawn="1"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A834712B-7115-23E4-F36F-9023639CCA73}"/>
                </a:ext>
              </a:extLst>
            </p:cNvPr>
            <p:cNvSpPr txBox="1"/>
            <p:nvPr userDrawn="1"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A58F4D51-DC53-1B09-1E79-1AB2C3503EB1}"/>
                </a:ext>
              </a:extLst>
            </p:cNvPr>
            <p:cNvSpPr txBox="1"/>
            <p:nvPr userDrawn="1"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73D3BEF6-2FDD-678A-84D5-1359B8CAAC49}"/>
                </a:ext>
              </a:extLst>
            </p:cNvPr>
            <p:cNvSpPr txBox="1"/>
            <p:nvPr userDrawn="1"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4746FB58-9782-EBAF-D409-135254C675CA}"/>
              </a:ext>
            </a:extLst>
          </p:cNvPr>
          <p:cNvGrpSpPr/>
          <p:nvPr userDrawn="1"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9B401A2D-08E9-8B60-FC45-B16A29BE1C70}"/>
                </a:ext>
              </a:extLst>
            </p:cNvPr>
            <p:cNvSpPr txBox="1"/>
            <p:nvPr userDrawn="1"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E1B59A19-4E68-A282-432A-D284B78D3BC0}"/>
                </a:ext>
              </a:extLst>
            </p:cNvPr>
            <p:cNvSpPr txBox="1"/>
            <p:nvPr userDrawn="1"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B03D79CD-6B56-D1A7-7961-D6EC5E0C7E3E}"/>
                </a:ext>
              </a:extLst>
            </p:cNvPr>
            <p:cNvSpPr txBox="1"/>
            <p:nvPr userDrawn="1"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  <p:pic>
        <p:nvPicPr>
          <p:cNvPr id="56" name="Gráfico 55">
            <a:extLst>
              <a:ext uri="{FF2B5EF4-FFF2-40B4-BE49-F238E27FC236}">
                <a16:creationId xmlns:a16="http://schemas.microsoft.com/office/drawing/2014/main" id="{03D9DC51-1F1F-8812-B689-E622ED81FA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28362" y="372106"/>
            <a:ext cx="827087" cy="23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3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34" r:id="rId1"/>
  </p:sldLayoutIdLst>
  <p:hf hdr="0" dt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4C88AED2-3388-6ECE-622D-3200FB2AA261}"/>
              </a:ext>
            </a:extLst>
          </p:cNvPr>
          <p:cNvGraphicFramePr>
            <a:graphicFrameLocks noChangeAspect="1"/>
          </p:cNvGraphicFramePr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2663994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70" imgW="395" imgH="394" progId="TCLayout.ActiveDocument.1">
                  <p:embed/>
                </p:oleObj>
              </mc:Choice>
              <mc:Fallback>
                <p:oleObj name="Slide do think-cell" r:id="rId70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4C88AED2-3388-6ECE-622D-3200FB2AA2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7E465CD6-E0E7-4065-8132-F483A9EF2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678" y="6616496"/>
            <a:ext cx="8749014" cy="1697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cxnSp>
        <p:nvCxnSpPr>
          <p:cNvPr id="31" name="Straight Connector 15">
            <a:extLst>
              <a:ext uri="{FF2B5EF4-FFF2-40B4-BE49-F238E27FC236}">
                <a16:creationId xmlns:a16="http://schemas.microsoft.com/office/drawing/2014/main" id="{67138D81-3E30-4788-A880-BC3A36509C8A}"/>
              </a:ext>
            </a:extLst>
          </p:cNvPr>
          <p:cNvCxnSpPr>
            <a:cxnSpLocks/>
          </p:cNvCxnSpPr>
          <p:nvPr/>
        </p:nvCxnSpPr>
        <p:spPr>
          <a:xfrm>
            <a:off x="306387" y="6561142"/>
            <a:ext cx="11259081" cy="0"/>
          </a:xfrm>
          <a:prstGeom prst="line">
            <a:avLst/>
          </a:prstGeom>
          <a:ln w="9525">
            <a:solidFill>
              <a:srgbClr val="01124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4647796-882F-BE7A-FCBF-034278484C57}"/>
              </a:ext>
            </a:extLst>
          </p:cNvPr>
          <p:cNvGrpSpPr/>
          <p:nvPr/>
        </p:nvGrpSpPr>
        <p:grpSpPr>
          <a:xfrm>
            <a:off x="-947107" y="37667"/>
            <a:ext cx="682699" cy="1543897"/>
            <a:chOff x="-947107" y="37665"/>
            <a:chExt cx="682699" cy="1543897"/>
          </a:xfrm>
        </p:grpSpPr>
        <p:sp>
          <p:nvSpPr>
            <p:cNvPr id="35" name="object 37">
              <a:extLst>
                <a:ext uri="{FF2B5EF4-FFF2-40B4-BE49-F238E27FC236}">
                  <a16:creationId xmlns:a16="http://schemas.microsoft.com/office/drawing/2014/main" id="{3B25F40E-A8BB-5C4B-7D22-96404B7D3A7C}"/>
                </a:ext>
              </a:extLst>
            </p:cNvPr>
            <p:cNvSpPr/>
            <p:nvPr/>
          </p:nvSpPr>
          <p:spPr>
            <a:xfrm>
              <a:off x="-947107" y="37665"/>
              <a:ext cx="682698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011334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3D3169EC-1904-71EB-C791-FBDB8A27FBBB}"/>
                </a:ext>
              </a:extLst>
            </p:cNvPr>
            <p:cNvSpPr/>
            <p:nvPr/>
          </p:nvSpPr>
          <p:spPr>
            <a:xfrm>
              <a:off x="-947107" y="806408"/>
              <a:ext cx="682698" cy="212014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67718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39">
              <a:extLst>
                <a:ext uri="{FF2B5EF4-FFF2-40B4-BE49-F238E27FC236}">
                  <a16:creationId xmlns:a16="http://schemas.microsoft.com/office/drawing/2014/main" id="{4F468902-6B5F-D978-CA68-39EB417CEDF4}"/>
                </a:ext>
              </a:extLst>
            </p:cNvPr>
            <p:cNvSpPr/>
            <p:nvPr/>
          </p:nvSpPr>
          <p:spPr>
            <a:xfrm>
              <a:off x="-947107" y="1099117"/>
              <a:ext cx="682699" cy="201430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99A1A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0">
              <a:extLst>
                <a:ext uri="{FF2B5EF4-FFF2-40B4-BE49-F238E27FC236}">
                  <a16:creationId xmlns:a16="http://schemas.microsoft.com/office/drawing/2014/main" id="{7E89D1D9-41C4-7F85-07C5-9E150611E9F0}"/>
                </a:ext>
              </a:extLst>
            </p:cNvPr>
            <p:cNvSpPr/>
            <p:nvPr/>
          </p:nvSpPr>
          <p:spPr>
            <a:xfrm>
              <a:off x="-947107" y="1380057"/>
              <a:ext cx="682699" cy="184666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CCD0D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8C3F314-9C93-D9DD-34A4-05EA3843322A}"/>
                </a:ext>
              </a:extLst>
            </p:cNvPr>
            <p:cNvSpPr txBox="1"/>
            <p:nvPr/>
          </p:nvSpPr>
          <p:spPr>
            <a:xfrm>
              <a:off x="-947107" y="27343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#011334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BF117900-79B0-EA72-F319-71A3BCB74F00}"/>
                </a:ext>
              </a:extLst>
            </p:cNvPr>
            <p:cNvSpPr txBox="1"/>
            <p:nvPr/>
          </p:nvSpPr>
          <p:spPr>
            <a:xfrm>
              <a:off x="-947105" y="802526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#677185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CDD22199-5AF6-2317-67B8-D6EE7B710A55}"/>
                </a:ext>
              </a:extLst>
            </p:cNvPr>
            <p:cNvSpPr txBox="1"/>
            <p:nvPr/>
          </p:nvSpPr>
          <p:spPr>
            <a:xfrm>
              <a:off x="-947105" y="1095824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#99A1AE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4EF09CC9-F557-D809-F071-4AEB4C52CA88}"/>
                </a:ext>
              </a:extLst>
            </p:cNvPr>
            <p:cNvSpPr txBox="1"/>
            <p:nvPr/>
          </p:nvSpPr>
          <p:spPr>
            <a:xfrm>
              <a:off x="-947105" y="1366118"/>
              <a:ext cx="6826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#CCD0D6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D1DA7EC-079B-17FF-4E9E-92640CA435A7}"/>
              </a:ext>
            </a:extLst>
          </p:cNvPr>
          <p:cNvGrpSpPr/>
          <p:nvPr/>
        </p:nvGrpSpPr>
        <p:grpSpPr>
          <a:xfrm>
            <a:off x="-947106" y="1970981"/>
            <a:ext cx="682698" cy="1302062"/>
            <a:chOff x="-947107" y="1970981"/>
            <a:chExt cx="682698" cy="1302062"/>
          </a:xfrm>
        </p:grpSpPr>
        <p:sp>
          <p:nvSpPr>
            <p:cNvPr id="38" name="object 45">
              <a:extLst>
                <a:ext uri="{FF2B5EF4-FFF2-40B4-BE49-F238E27FC236}">
                  <a16:creationId xmlns:a16="http://schemas.microsoft.com/office/drawing/2014/main" id="{6AE770BF-0644-F53E-5609-3818AA300BC2}"/>
                </a:ext>
              </a:extLst>
            </p:cNvPr>
            <p:cNvSpPr/>
            <p:nvPr/>
          </p:nvSpPr>
          <p:spPr>
            <a:xfrm>
              <a:off x="-947106" y="1970981"/>
              <a:ext cx="682697" cy="668882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D8E8E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4" name="object 46">
              <a:extLst>
                <a:ext uri="{FF2B5EF4-FFF2-40B4-BE49-F238E27FC236}">
                  <a16:creationId xmlns:a16="http://schemas.microsoft.com/office/drawing/2014/main" id="{20A23D5E-747A-ED32-0794-36037B604828}"/>
                </a:ext>
              </a:extLst>
            </p:cNvPr>
            <p:cNvSpPr/>
            <p:nvPr/>
          </p:nvSpPr>
          <p:spPr>
            <a:xfrm>
              <a:off x="-947106" y="2777010"/>
              <a:ext cx="682696" cy="199729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8F1F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47">
              <a:extLst>
                <a:ext uri="{FF2B5EF4-FFF2-40B4-BE49-F238E27FC236}">
                  <a16:creationId xmlns:a16="http://schemas.microsoft.com/office/drawing/2014/main" id="{C45A0A0F-5BF0-E782-6167-7D8C24CC82E2}"/>
                </a:ext>
              </a:extLst>
            </p:cNvPr>
            <p:cNvSpPr/>
            <p:nvPr/>
          </p:nvSpPr>
          <p:spPr>
            <a:xfrm>
              <a:off x="-947106" y="3085738"/>
              <a:ext cx="682696" cy="151214"/>
            </a:xfrm>
            <a:custGeom>
              <a:avLst/>
              <a:gdLst/>
              <a:ahLst/>
              <a:cxnLst/>
              <a:rect l="l" t="t" r="r" b="b"/>
              <a:pathLst>
                <a:path w="1083309" h="1083309">
                  <a:moveTo>
                    <a:pt x="0" y="1082752"/>
                  </a:moveTo>
                  <a:lnTo>
                    <a:pt x="1082752" y="1082752"/>
                  </a:lnTo>
                  <a:lnTo>
                    <a:pt x="1082752" y="0"/>
                  </a:lnTo>
                  <a:lnTo>
                    <a:pt x="0" y="0"/>
                  </a:lnTo>
                  <a:lnTo>
                    <a:pt x="0" y="1082752"/>
                  </a:lnTo>
                  <a:close/>
                </a:path>
              </a:pathLst>
            </a:custGeom>
            <a:solidFill>
              <a:srgbClr val="EFF6F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D81680F4-49ED-C100-6491-AEB460E05401}"/>
                </a:ext>
              </a:extLst>
            </p:cNvPr>
            <p:cNvSpPr txBox="1"/>
            <p:nvPr/>
          </p:nvSpPr>
          <p:spPr>
            <a:xfrm>
              <a:off x="-947107" y="220070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#D8E8EE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87BC249-BE5B-1596-54C6-C39414729627}"/>
                </a:ext>
              </a:extLst>
            </p:cNvPr>
            <p:cNvSpPr txBox="1"/>
            <p:nvPr/>
          </p:nvSpPr>
          <p:spPr>
            <a:xfrm>
              <a:off x="-947107" y="2764301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#E8F1F5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D207ED09-6C2C-BBBF-D2F7-78FF84BA01F1}"/>
                </a:ext>
              </a:extLst>
            </p:cNvPr>
            <p:cNvSpPr txBox="1"/>
            <p:nvPr/>
          </p:nvSpPr>
          <p:spPr>
            <a:xfrm>
              <a:off x="-947107" y="3057599"/>
              <a:ext cx="6826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00"/>
                <a:t>#EFF6F8</a:t>
              </a:r>
            </a:p>
          </p:txBody>
        </p:sp>
      </p:grpSp>
      <p:sp>
        <p:nvSpPr>
          <p:cNvPr id="21" name="Espaço Reservado para Número de Slide 20">
            <a:extLst>
              <a:ext uri="{FF2B5EF4-FFF2-40B4-BE49-F238E27FC236}">
                <a16:creationId xmlns:a16="http://schemas.microsoft.com/office/drawing/2014/main" id="{DBCEDACC-277C-AB29-6611-6514EFC32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70" y="6477131"/>
            <a:ext cx="649710" cy="168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26CE7-9778-3F46-9725-5AB2C4565ACD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9CC0647-73C9-2E38-FFD6-04EF3AEC84AC}"/>
              </a:ext>
            </a:extLst>
          </p:cNvPr>
          <p:cNvGrpSpPr/>
          <p:nvPr/>
        </p:nvGrpSpPr>
        <p:grpSpPr>
          <a:xfrm>
            <a:off x="-949981" y="3732542"/>
            <a:ext cx="688446" cy="779036"/>
            <a:chOff x="-944217" y="5682594"/>
            <a:chExt cx="688446" cy="779036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09A6E0E7-68A2-8B2D-2143-B2BE4F8F79D5}"/>
                </a:ext>
              </a:extLst>
            </p:cNvPr>
            <p:cNvSpPr txBox="1"/>
            <p:nvPr/>
          </p:nvSpPr>
          <p:spPr>
            <a:xfrm>
              <a:off x="-938466" y="5682594"/>
              <a:ext cx="682695" cy="215444"/>
            </a:xfrm>
            <a:prstGeom prst="rect">
              <a:avLst/>
            </a:prstGeom>
            <a:solidFill>
              <a:srgbClr val="F441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bg1"/>
                  </a:solidFill>
                </a:rPr>
                <a:t>#F44119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44A8FDE9-E2B0-82D1-FBB0-CDADBBFE7A96}"/>
                </a:ext>
              </a:extLst>
            </p:cNvPr>
            <p:cNvSpPr txBox="1"/>
            <p:nvPr/>
          </p:nvSpPr>
          <p:spPr>
            <a:xfrm>
              <a:off x="-938466" y="5975892"/>
              <a:ext cx="682695" cy="215444"/>
            </a:xfrm>
            <a:prstGeom prst="rect">
              <a:avLst/>
            </a:prstGeom>
            <a:solidFill>
              <a:srgbClr val="FAEA0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#FAEA09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0CF0252D-116B-8F2C-E7AD-5B4D81BB3155}"/>
                </a:ext>
              </a:extLst>
            </p:cNvPr>
            <p:cNvSpPr txBox="1"/>
            <p:nvPr/>
          </p:nvSpPr>
          <p:spPr>
            <a:xfrm>
              <a:off x="-944217" y="6246186"/>
              <a:ext cx="682695" cy="215444"/>
            </a:xfrm>
            <a:prstGeom prst="rect">
              <a:avLst/>
            </a:prstGeom>
            <a:solidFill>
              <a:srgbClr val="A8F4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sz="800">
                  <a:solidFill>
                    <a:schemeClr val="tx1"/>
                  </a:solidFill>
                </a:rPr>
                <a:t>#A8F419</a:t>
              </a: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50F3A3E-3B36-1A42-243B-F088005130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 rot="5400000">
            <a:off x="-3435922" y="3401829"/>
            <a:ext cx="6905668" cy="54341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467D1556-3FC2-EBA1-A607-C6EF3FB657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028363" y="372108"/>
            <a:ext cx="827087" cy="23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73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42" r:id="rId1"/>
    <p:sldLayoutId id="2147485143" r:id="rId2"/>
    <p:sldLayoutId id="2147485144" r:id="rId3"/>
    <p:sldLayoutId id="2147485145" r:id="rId4"/>
    <p:sldLayoutId id="2147485146" r:id="rId5"/>
    <p:sldLayoutId id="2147485147" r:id="rId6"/>
    <p:sldLayoutId id="2147485148" r:id="rId7"/>
    <p:sldLayoutId id="2147485149" r:id="rId8"/>
    <p:sldLayoutId id="2147485150" r:id="rId9"/>
    <p:sldLayoutId id="2147485151" r:id="rId10"/>
    <p:sldLayoutId id="2147485152" r:id="rId11"/>
    <p:sldLayoutId id="2147485153" r:id="rId12"/>
    <p:sldLayoutId id="2147485154" r:id="rId13"/>
    <p:sldLayoutId id="2147485155" r:id="rId14"/>
    <p:sldLayoutId id="2147485156" r:id="rId15"/>
    <p:sldLayoutId id="2147485157" r:id="rId16"/>
    <p:sldLayoutId id="2147485158" r:id="rId17"/>
    <p:sldLayoutId id="2147485159" r:id="rId18"/>
    <p:sldLayoutId id="2147485160" r:id="rId19"/>
    <p:sldLayoutId id="2147485161" r:id="rId20"/>
    <p:sldLayoutId id="2147485162" r:id="rId21"/>
    <p:sldLayoutId id="2147485163" r:id="rId22"/>
    <p:sldLayoutId id="2147485164" r:id="rId23"/>
    <p:sldLayoutId id="2147485165" r:id="rId24"/>
    <p:sldLayoutId id="2147485166" r:id="rId25"/>
    <p:sldLayoutId id="2147485167" r:id="rId26"/>
    <p:sldLayoutId id="2147485168" r:id="rId27"/>
    <p:sldLayoutId id="2147485169" r:id="rId28"/>
    <p:sldLayoutId id="2147485170" r:id="rId29"/>
    <p:sldLayoutId id="2147485171" r:id="rId30"/>
    <p:sldLayoutId id="2147485172" r:id="rId31"/>
    <p:sldLayoutId id="2147485173" r:id="rId32"/>
    <p:sldLayoutId id="2147485174" r:id="rId33"/>
    <p:sldLayoutId id="2147485175" r:id="rId34"/>
    <p:sldLayoutId id="2147485176" r:id="rId35"/>
    <p:sldLayoutId id="2147485177" r:id="rId36"/>
    <p:sldLayoutId id="2147485178" r:id="rId37"/>
    <p:sldLayoutId id="2147485179" r:id="rId38"/>
    <p:sldLayoutId id="2147485180" r:id="rId39"/>
    <p:sldLayoutId id="2147485181" r:id="rId40"/>
    <p:sldLayoutId id="2147485182" r:id="rId41"/>
    <p:sldLayoutId id="2147485183" r:id="rId42"/>
    <p:sldLayoutId id="2147485184" r:id="rId43"/>
    <p:sldLayoutId id="2147485185" r:id="rId44"/>
    <p:sldLayoutId id="2147485186" r:id="rId45"/>
    <p:sldLayoutId id="2147485187" r:id="rId46"/>
    <p:sldLayoutId id="2147485188" r:id="rId47"/>
    <p:sldLayoutId id="2147485189" r:id="rId48"/>
    <p:sldLayoutId id="2147485190" r:id="rId49"/>
    <p:sldLayoutId id="2147485191" r:id="rId50"/>
    <p:sldLayoutId id="2147485192" r:id="rId51"/>
    <p:sldLayoutId id="2147485193" r:id="rId52"/>
    <p:sldLayoutId id="2147485194" r:id="rId53"/>
    <p:sldLayoutId id="2147485195" r:id="rId54"/>
    <p:sldLayoutId id="2147485196" r:id="rId55"/>
    <p:sldLayoutId id="2147485197" r:id="rId56"/>
    <p:sldLayoutId id="2147485198" r:id="rId57"/>
    <p:sldLayoutId id="2147485199" r:id="rId58"/>
    <p:sldLayoutId id="2147485200" r:id="rId59"/>
    <p:sldLayoutId id="2147485201" r:id="rId60"/>
    <p:sldLayoutId id="2147485202" r:id="rId61"/>
    <p:sldLayoutId id="2147485203" r:id="rId62"/>
    <p:sldLayoutId id="2147485204" r:id="rId63"/>
    <p:sldLayoutId id="2147485205" r:id="rId64"/>
    <p:sldLayoutId id="2147485206" r:id="rId65"/>
    <p:sldLayoutId id="2147485207" r:id="rId66"/>
    <p:sldLayoutId id="2147485208" r:id="rId67"/>
  </p:sldLayoutIdLst>
  <p:txStyles>
    <p:titleStyle>
      <a:lvl1pPr eaLnBrk="1" hangingPunct="1">
        <a:defRPr sz="2395" b="0" i="0" kern="0" dirty="0">
          <a:solidFill>
            <a:srgbClr val="031240"/>
          </a:solidFill>
          <a:latin typeface="Arial"/>
          <a:ea typeface="+mj-ea"/>
          <a:cs typeface="Arial"/>
        </a:defRPr>
      </a:lvl1pPr>
    </p:titleStyle>
    <p:bodyStyle>
      <a:lvl1pPr marL="0" eaLnBrk="1" hangingPunct="1">
        <a:defRPr sz="1200">
          <a:solidFill>
            <a:srgbClr val="0112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77218" eaLnBrk="1" hangingPunct="1">
        <a:defRPr>
          <a:latin typeface="+mn-lt"/>
          <a:ea typeface="+mn-ea"/>
          <a:cs typeface="+mn-cs"/>
        </a:defRPr>
      </a:lvl2pPr>
      <a:lvl3pPr marL="554437" eaLnBrk="1" hangingPunct="1">
        <a:defRPr>
          <a:latin typeface="+mn-lt"/>
          <a:ea typeface="+mn-ea"/>
          <a:cs typeface="+mn-cs"/>
        </a:defRPr>
      </a:lvl3pPr>
      <a:lvl4pPr marL="831655" eaLnBrk="1" hangingPunct="1">
        <a:defRPr>
          <a:latin typeface="+mn-lt"/>
          <a:ea typeface="+mn-ea"/>
          <a:cs typeface="+mn-cs"/>
        </a:defRPr>
      </a:lvl4pPr>
      <a:lvl5pPr marL="1108873" eaLnBrk="1" hangingPunct="1">
        <a:defRPr>
          <a:latin typeface="+mn-lt"/>
          <a:ea typeface="+mn-ea"/>
          <a:cs typeface="+mn-cs"/>
        </a:defRPr>
      </a:lvl5pPr>
      <a:lvl6pPr marL="1386091" eaLnBrk="1" hangingPunct="1">
        <a:defRPr>
          <a:latin typeface="+mn-lt"/>
          <a:ea typeface="+mn-ea"/>
          <a:cs typeface="+mn-cs"/>
        </a:defRPr>
      </a:lvl6pPr>
      <a:lvl7pPr marL="1663310" eaLnBrk="1" hangingPunct="1">
        <a:defRPr>
          <a:latin typeface="+mn-lt"/>
          <a:ea typeface="+mn-ea"/>
          <a:cs typeface="+mn-cs"/>
        </a:defRPr>
      </a:lvl7pPr>
      <a:lvl8pPr marL="1940529" eaLnBrk="1" hangingPunct="1">
        <a:defRPr>
          <a:latin typeface="+mn-lt"/>
          <a:ea typeface="+mn-ea"/>
          <a:cs typeface="+mn-cs"/>
        </a:defRPr>
      </a:lvl8pPr>
      <a:lvl9pPr marL="2217747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218" eaLnBrk="1" hangingPunct="1">
        <a:defRPr>
          <a:latin typeface="+mn-lt"/>
          <a:ea typeface="+mn-ea"/>
          <a:cs typeface="+mn-cs"/>
        </a:defRPr>
      </a:lvl2pPr>
      <a:lvl3pPr marL="554437" eaLnBrk="1" hangingPunct="1">
        <a:defRPr>
          <a:latin typeface="+mn-lt"/>
          <a:ea typeface="+mn-ea"/>
          <a:cs typeface="+mn-cs"/>
        </a:defRPr>
      </a:lvl3pPr>
      <a:lvl4pPr marL="831655" eaLnBrk="1" hangingPunct="1">
        <a:defRPr>
          <a:latin typeface="+mn-lt"/>
          <a:ea typeface="+mn-ea"/>
          <a:cs typeface="+mn-cs"/>
        </a:defRPr>
      </a:lvl4pPr>
      <a:lvl5pPr marL="1108873" eaLnBrk="1" hangingPunct="1">
        <a:defRPr>
          <a:latin typeface="+mn-lt"/>
          <a:ea typeface="+mn-ea"/>
          <a:cs typeface="+mn-cs"/>
        </a:defRPr>
      </a:lvl5pPr>
      <a:lvl6pPr marL="1386091" eaLnBrk="1" hangingPunct="1">
        <a:defRPr>
          <a:latin typeface="+mn-lt"/>
          <a:ea typeface="+mn-ea"/>
          <a:cs typeface="+mn-cs"/>
        </a:defRPr>
      </a:lvl6pPr>
      <a:lvl7pPr marL="1663310" eaLnBrk="1" hangingPunct="1">
        <a:defRPr>
          <a:latin typeface="+mn-lt"/>
          <a:ea typeface="+mn-ea"/>
          <a:cs typeface="+mn-cs"/>
        </a:defRPr>
      </a:lvl7pPr>
      <a:lvl8pPr marL="1940529" eaLnBrk="1" hangingPunct="1">
        <a:defRPr>
          <a:latin typeface="+mn-lt"/>
          <a:ea typeface="+mn-ea"/>
          <a:cs typeface="+mn-cs"/>
        </a:defRPr>
      </a:lvl8pPr>
      <a:lvl9pPr marL="2217747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3">
          <p15:clr>
            <a:srgbClr val="F26B43"/>
          </p15:clr>
        </p15:guide>
        <p15:guide id="2" pos="211">
          <p15:clr>
            <a:srgbClr val="F26B43"/>
          </p15:clr>
        </p15:guide>
        <p15:guide id="4" pos="7468">
          <p15:clr>
            <a:srgbClr val="F26B43"/>
          </p15:clr>
        </p15:guide>
        <p15:guide id="5" pos="3839">
          <p15:clr>
            <a:srgbClr val="F26B43"/>
          </p15:clr>
        </p15:guide>
        <p15:guide id="6" orient="horz" pos="913">
          <p15:clr>
            <a:srgbClr val="F26B43"/>
          </p15:clr>
        </p15:guide>
        <p15:guide id="7" orient="horz" pos="41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22.emf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faleconosco@peers.com.br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1D87-DF57-6706-D2E5-B61CE533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bLeanShape Left U-Shape 9">
            <a:extLst>
              <a:ext uri="{FF2B5EF4-FFF2-40B4-BE49-F238E27FC236}">
                <a16:creationId xmlns:a16="http://schemas.microsoft.com/office/drawing/2014/main" id="{7A8F8A42-4777-285D-3803-137063B483C8}"/>
              </a:ext>
            </a:extLst>
          </p:cNvPr>
          <p:cNvSpPr/>
          <p:nvPr/>
        </p:nvSpPr>
        <p:spPr>
          <a:xfrm>
            <a:off x="340676" y="4095107"/>
            <a:ext cx="11342961" cy="2367094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19050" cmpd="sng">
            <a:solidFill>
              <a:srgbClr val="011334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BA772A3-7BEE-0975-2AC0-B7FF40EA18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43795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BA772A3-7BEE-0975-2AC0-B7FF40EA1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795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9584654-C40D-94F3-A91C-2E1F2BEF52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Gotham" panose="02000504050000020004" pitchFamily="2" charset="0"/>
            </a:endParaRPr>
          </a:p>
        </p:txBody>
      </p:sp>
      <p:sp>
        <p:nvSpPr>
          <p:cNvPr id="37" name="Textframe 37">
            <a:extLst>
              <a:ext uri="{FF2B5EF4-FFF2-40B4-BE49-F238E27FC236}">
                <a16:creationId xmlns:a16="http://schemas.microsoft.com/office/drawing/2014/main" id="{9A49E46F-B31F-D819-912D-A1B155359FA0}"/>
              </a:ext>
            </a:extLst>
          </p:cNvPr>
          <p:cNvSpPr txBox="1">
            <a:spLocks/>
          </p:cNvSpPr>
          <p:nvPr/>
        </p:nvSpPr>
        <p:spPr>
          <a:xfrm>
            <a:off x="340676" y="1197351"/>
            <a:ext cx="11231892" cy="4308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r>
              <a:rPr lang="pt-BR" sz="1400" dirty="0">
                <a:solidFill>
                  <a:srgbClr val="001334"/>
                </a:solidFill>
              </a:rPr>
              <a:t>A </a:t>
            </a:r>
            <a:r>
              <a:rPr lang="pt-BR" sz="1400" dirty="0" err="1">
                <a:solidFill>
                  <a:srgbClr val="001334"/>
                </a:solidFill>
              </a:rPr>
              <a:t>NovaShop</a:t>
            </a:r>
            <a:r>
              <a:rPr lang="pt-BR" sz="1400" dirty="0">
                <a:solidFill>
                  <a:srgbClr val="001334"/>
                </a:solidFill>
              </a:rPr>
              <a:t> é um e-commerce brasileiro em expansão acelerada. Com operações B2C e B2B, a empresa enfrenta crescimento de demanda e precisa transformar seus dados em decisões estratégicas. </a:t>
            </a:r>
          </a:p>
        </p:txBody>
      </p:sp>
      <p:sp>
        <p:nvSpPr>
          <p:cNvPr id="9" name="RbLeanShape Left U-Shape 9">
            <a:extLst>
              <a:ext uri="{FF2B5EF4-FFF2-40B4-BE49-F238E27FC236}">
                <a16:creationId xmlns:a16="http://schemas.microsoft.com/office/drawing/2014/main" id="{00975C4C-EB06-4B53-780D-559B6CD2E3BF}"/>
              </a:ext>
            </a:extLst>
          </p:cNvPr>
          <p:cNvSpPr/>
          <p:nvPr/>
        </p:nvSpPr>
        <p:spPr>
          <a:xfrm>
            <a:off x="340676" y="950833"/>
            <a:ext cx="11342961" cy="281810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19050" cmpd="sng">
            <a:solidFill>
              <a:srgbClr val="011334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Textframe 1758,11024199,3454">
            <a:extLst>
              <a:ext uri="{FF2B5EF4-FFF2-40B4-BE49-F238E27FC236}">
                <a16:creationId xmlns:a16="http://schemas.microsoft.com/office/drawing/2014/main" id="{C9819F55-06B2-5FE8-908F-F6BDF752EDC5}"/>
              </a:ext>
            </a:extLst>
          </p:cNvPr>
          <p:cNvSpPr txBox="1"/>
          <p:nvPr/>
        </p:nvSpPr>
        <p:spPr>
          <a:xfrm>
            <a:off x="346766" y="812333"/>
            <a:ext cx="2661905" cy="27699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Contextualização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11334"/>
              </a:solidFill>
              <a:effectLst/>
              <a:highlight>
                <a:srgbClr val="E8F2F7"/>
              </a:highlight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E7F60290-21FB-C4C5-C656-F78FDC679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76" y="347834"/>
            <a:ext cx="10445857" cy="460982"/>
          </a:xfrm>
        </p:spPr>
        <p:txBody>
          <a:bodyPr/>
          <a:lstStyle/>
          <a:p>
            <a:r>
              <a:rPr lang="pt-BR" dirty="0"/>
              <a:t>Case | </a:t>
            </a:r>
            <a:r>
              <a:rPr lang="pt-BR" dirty="0" err="1"/>
              <a:t>NovaShop</a:t>
            </a:r>
            <a:endParaRPr lang="pt-BR" dirty="0"/>
          </a:p>
        </p:txBody>
      </p:sp>
      <p:sp>
        <p:nvSpPr>
          <p:cNvPr id="19" name="Textframe 1758,11024199,3454">
            <a:extLst>
              <a:ext uri="{FF2B5EF4-FFF2-40B4-BE49-F238E27FC236}">
                <a16:creationId xmlns:a16="http://schemas.microsoft.com/office/drawing/2014/main" id="{7D95249A-81B2-1828-3096-D8C4CD3A05B4}"/>
              </a:ext>
            </a:extLst>
          </p:cNvPr>
          <p:cNvSpPr txBox="1"/>
          <p:nvPr/>
        </p:nvSpPr>
        <p:spPr>
          <a:xfrm>
            <a:off x="346766" y="3924683"/>
            <a:ext cx="4920178" cy="27699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9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Como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9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será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9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a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9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dinâmica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11334"/>
              </a:solidFill>
              <a:effectLst/>
              <a:highlight>
                <a:srgbClr val="E9F2F7"/>
              </a:highlight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Split 4635472625043536400">
            <a:extLst>
              <a:ext uri="{FF2B5EF4-FFF2-40B4-BE49-F238E27FC236}">
                <a16:creationId xmlns:a16="http://schemas.microsoft.com/office/drawing/2014/main" id="{EC984CBA-15E4-3E9F-1658-AC0F834CBC98}"/>
              </a:ext>
            </a:extLst>
          </p:cNvPr>
          <p:cNvSpPr txBox="1">
            <a:spLocks/>
          </p:cNvSpPr>
          <p:nvPr/>
        </p:nvSpPr>
        <p:spPr>
          <a:xfrm>
            <a:off x="335584" y="4372106"/>
            <a:ext cx="11231892" cy="1931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pt-BR"/>
            </a:defPPr>
            <a:lvl1pPr>
              <a:lnSpc>
                <a:spcPct val="130000"/>
              </a:lnSpc>
              <a:defRPr kern="0">
                <a:solidFill>
                  <a:srgbClr val="031240"/>
                </a:solidFill>
                <a:latin typeface="+mj-lt"/>
                <a:cs typeface="Arial" pitchFamily="34" charset="0"/>
              </a:defRPr>
            </a:lvl1pPr>
          </a:lstStyle>
          <a:p>
            <a:pPr marL="323850" indent="-3238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400" dirty="0">
                <a:cs typeface="Arial"/>
              </a:rPr>
              <a:t>C</a:t>
            </a:r>
            <a:r>
              <a:rPr lang="pt-BR" sz="1400" b="0" i="0" dirty="0">
                <a:effectLst/>
              </a:rPr>
              <a:t>ada participante receberá por e-mail um link para baixar a base de dados necessária para a resolução do case. </a:t>
            </a:r>
            <a:endParaRPr lang="pt-BR" sz="1400" dirty="0">
              <a:cs typeface="Arial"/>
            </a:endParaRPr>
          </a:p>
          <a:p>
            <a:pPr marL="323850" indent="-3238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400" dirty="0">
                <a:cs typeface="Arial"/>
              </a:rPr>
              <a:t>Nesta base estarão </a:t>
            </a:r>
            <a:r>
              <a:rPr lang="pt-BR" sz="1400" b="0" i="0" dirty="0">
                <a:effectLst/>
              </a:rPr>
              <a:t>as perguntas norteadoras que deverão ser respondidas </a:t>
            </a:r>
            <a:r>
              <a:rPr lang="pt-BR" sz="1400" b="1" i="0" dirty="0">
                <a:effectLst/>
              </a:rPr>
              <a:t>em casa por cada participante.</a:t>
            </a:r>
          </a:p>
          <a:p>
            <a:pPr marL="323850" indent="-3238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400" b="0" i="0" dirty="0">
                <a:effectLst/>
                <a:cs typeface="Arial"/>
              </a:rPr>
              <a:t>A</a:t>
            </a:r>
            <a:r>
              <a:rPr lang="pt-BR" sz="1400" b="0" i="0" dirty="0">
                <a:effectLst/>
              </a:rPr>
              <a:t>s perguntas </a:t>
            </a:r>
            <a:r>
              <a:rPr lang="pt-BR" sz="1400" b="1" i="0" dirty="0">
                <a:effectLst/>
              </a:rPr>
              <a:t>devem ser respondidas</a:t>
            </a:r>
            <a:r>
              <a:rPr lang="pt-BR" sz="1400" b="1" dirty="0"/>
              <a:t>, obrigatoriamente,</a:t>
            </a:r>
            <a:r>
              <a:rPr lang="pt-BR" sz="1400" b="1" i="0" dirty="0">
                <a:effectLst/>
              </a:rPr>
              <a:t> por linguagem de programação</a:t>
            </a:r>
            <a:r>
              <a:rPr lang="pt-BR" sz="1400" b="1" dirty="0"/>
              <a:t>. </a:t>
            </a:r>
            <a:r>
              <a:rPr lang="pt-BR" sz="1400" dirty="0"/>
              <a:t>A linguagem fica</a:t>
            </a:r>
            <a:r>
              <a:rPr lang="pt-BR" sz="1400" b="1" i="0" dirty="0">
                <a:effectLst/>
              </a:rPr>
              <a:t> </a:t>
            </a:r>
            <a:r>
              <a:rPr lang="pt-BR" sz="1400" b="0" i="0" dirty="0">
                <a:effectLst/>
              </a:rPr>
              <a:t>à escolha do participante.</a:t>
            </a:r>
            <a:endParaRPr lang="pt-BR" sz="1400" dirty="0">
              <a:cs typeface="Arial"/>
            </a:endParaRPr>
          </a:p>
          <a:p>
            <a:pPr marL="323850" indent="-3238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400" dirty="0">
                <a:cs typeface="Arial"/>
              </a:rPr>
              <a:t>O </a:t>
            </a:r>
            <a:r>
              <a:rPr lang="pt-BR" sz="1400" b="0" i="0" dirty="0">
                <a:effectLst/>
              </a:rPr>
              <a:t>prazo para responder as perguntas será de </a:t>
            </a:r>
            <a:r>
              <a:rPr lang="pt-BR" sz="1400" dirty="0"/>
              <a:t>4</a:t>
            </a:r>
            <a:r>
              <a:rPr lang="pt-BR" sz="1400" b="0" i="0" dirty="0">
                <a:effectLst/>
              </a:rPr>
              <a:t> dias.</a:t>
            </a:r>
          </a:p>
          <a:p>
            <a:pPr marL="323850" indent="-3238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400" dirty="0">
                <a:cs typeface="Arial"/>
              </a:rPr>
              <a:t>O</a:t>
            </a:r>
            <a:r>
              <a:rPr lang="pt-BR" sz="1400" b="0" i="0" dirty="0">
                <a:effectLst/>
              </a:rPr>
              <a:t>s códigos desenvolvidos devem ser enviados por e-mail dentro do prazo de </a:t>
            </a:r>
            <a:r>
              <a:rPr lang="pt-BR" sz="1400" dirty="0"/>
              <a:t>4</a:t>
            </a:r>
            <a:r>
              <a:rPr lang="pt-BR" sz="1400" b="0" i="0" dirty="0">
                <a:effectLst/>
              </a:rPr>
              <a:t> dias. Não é necessário enviar uma apresentação em PPT.</a:t>
            </a:r>
            <a:endParaRPr lang="pt-BR" sz="1400" dirty="0"/>
          </a:p>
          <a:p>
            <a:pPr marL="323850" indent="-3238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400" b="0" i="0" dirty="0">
                <a:effectLst/>
              </a:rPr>
              <a:t>Depois do desenvolvimento em casa, cada candidato participará de uma reunião de </a:t>
            </a:r>
            <a:r>
              <a:rPr lang="pt-BR" sz="1400" dirty="0"/>
              <a:t>50</a:t>
            </a:r>
            <a:r>
              <a:rPr lang="pt-BR" sz="1400" b="0" i="0" dirty="0">
                <a:effectLst/>
              </a:rPr>
              <a:t> minutos em grupo, na qual os participantes deverão discutir os resultados obtidos e elaborar uma apresentação com as conclusões.</a:t>
            </a:r>
            <a:endParaRPr lang="pt-BR" sz="1400" dirty="0"/>
          </a:p>
        </p:txBody>
      </p:sp>
      <p:sp>
        <p:nvSpPr>
          <p:cNvPr id="3" name="Textframe 1758,11024199,3454">
            <a:extLst>
              <a:ext uri="{FF2B5EF4-FFF2-40B4-BE49-F238E27FC236}">
                <a16:creationId xmlns:a16="http://schemas.microsoft.com/office/drawing/2014/main" id="{67306F1B-4876-ABD3-C739-9764DF3721C1}"/>
              </a:ext>
            </a:extLst>
          </p:cNvPr>
          <p:cNvSpPr txBox="1"/>
          <p:nvPr/>
        </p:nvSpPr>
        <p:spPr>
          <a:xfrm>
            <a:off x="828029" y="1703410"/>
            <a:ext cx="2661905" cy="16619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Sobre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a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empresa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:</a:t>
            </a:r>
          </a:p>
        </p:txBody>
      </p:sp>
      <p:sp>
        <p:nvSpPr>
          <p:cNvPr id="6" name="Split 4635472625043536400">
            <a:extLst>
              <a:ext uri="{FF2B5EF4-FFF2-40B4-BE49-F238E27FC236}">
                <a16:creationId xmlns:a16="http://schemas.microsoft.com/office/drawing/2014/main" id="{5D55BD8E-B233-2021-206E-69748B3F3997}"/>
              </a:ext>
            </a:extLst>
          </p:cNvPr>
          <p:cNvSpPr txBox="1">
            <a:spLocks/>
          </p:cNvSpPr>
          <p:nvPr/>
        </p:nvSpPr>
        <p:spPr>
          <a:xfrm>
            <a:off x="335584" y="1954411"/>
            <a:ext cx="11231892" cy="530979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pt-BR"/>
            </a:defPPr>
            <a:lvl1pPr>
              <a:lnSpc>
                <a:spcPct val="130000"/>
              </a:lnSpc>
              <a:defRPr kern="0">
                <a:solidFill>
                  <a:srgbClr val="031240"/>
                </a:solidFill>
                <a:latin typeface="+mj-lt"/>
                <a:cs typeface="Arial" pitchFamily="34" charset="0"/>
              </a:defRPr>
            </a:lvl1pPr>
          </a:lstStyle>
          <a:p>
            <a:pPr marL="323850" indent="-3238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400" b="1" dirty="0">
                <a:cs typeface="Arial"/>
              </a:rPr>
              <a:t>Operação: </a:t>
            </a:r>
            <a:r>
              <a:rPr lang="pt-BR" sz="1400" dirty="0">
                <a:cs typeface="Arial"/>
              </a:rPr>
              <a:t>15.000+ pedidos em 2 anos. Multicanal: site, app e marketplace. Base ativa de clientes em todo o Brasil.</a:t>
            </a:r>
          </a:p>
          <a:p>
            <a:pPr marL="323850" indent="-3238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400" b="1" dirty="0">
                <a:cs typeface="Arial"/>
              </a:rPr>
              <a:t>Clientes:</a:t>
            </a:r>
            <a:r>
              <a:rPr lang="pt-BR" sz="1400" dirty="0">
                <a:cs typeface="Arial"/>
              </a:rPr>
              <a:t> 3.000 clientes cadastrados. Mix B2C (80%) e B2B (20%), com perfis e comportamentos bem distintos. </a:t>
            </a:r>
            <a:endParaRPr lang="pt-BR" sz="1400" dirty="0"/>
          </a:p>
        </p:txBody>
      </p:sp>
      <p:sp>
        <p:nvSpPr>
          <p:cNvPr id="7" name="Textframe 37">
            <a:extLst>
              <a:ext uri="{FF2B5EF4-FFF2-40B4-BE49-F238E27FC236}">
                <a16:creationId xmlns:a16="http://schemas.microsoft.com/office/drawing/2014/main" id="{E25D0224-6128-A3D3-46EC-237E500BCF1F}"/>
              </a:ext>
            </a:extLst>
          </p:cNvPr>
          <p:cNvSpPr txBox="1">
            <a:spLocks/>
          </p:cNvSpPr>
          <p:nvPr/>
        </p:nvSpPr>
        <p:spPr>
          <a:xfrm>
            <a:off x="340676" y="2670205"/>
            <a:ext cx="11231892" cy="107721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r>
              <a:rPr lang="pt-BR" sz="1400" dirty="0">
                <a:solidFill>
                  <a:srgbClr val="001334"/>
                </a:solidFill>
              </a:rPr>
              <a:t>A empresa buscou o Peers Group pois está com uma alta taxa de cancelamentos e devoluções em alguns segmentos, os tickets de suporte estão crescendo e eles não sabem qual a causa raiz destes problemas.</a:t>
            </a:r>
          </a:p>
          <a:p>
            <a:endParaRPr lang="pt-BR" sz="1400" dirty="0">
              <a:solidFill>
                <a:srgbClr val="001334"/>
              </a:solidFill>
            </a:endParaRPr>
          </a:p>
          <a:p>
            <a:r>
              <a:rPr lang="pt-BR" sz="1400" b="1" dirty="0">
                <a:solidFill>
                  <a:srgbClr val="001334"/>
                </a:solidFill>
              </a:rPr>
              <a:t>Enquanto consultor de digital Consulting você deverá analisar as bases de dados fornecidas e identificar padrões e anomalias baseadas em evidências que podem ser a causa da dor do cliente. </a:t>
            </a:r>
          </a:p>
        </p:txBody>
      </p:sp>
    </p:spTree>
    <p:extLst>
      <p:ext uri="{BB962C8B-B14F-4D97-AF65-F5344CB8AC3E}">
        <p14:creationId xmlns:p14="http://schemas.microsoft.com/office/powerpoint/2010/main" val="51390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2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E93E4-926D-62C4-4E1B-9D68A4571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3402B8-54AF-CB8B-2B44-C841D14BED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43795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" imgW="270" imgH="270" progId="TCLayout.ActiveDocument.1">
                  <p:embed/>
                </p:oleObj>
              </mc:Choice>
              <mc:Fallback>
                <p:oleObj name="Slide do think-cell" r:id="rId6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3402B8-54AF-CB8B-2B44-C841D14BED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43795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54A1761-765E-CAE0-1633-F79034153C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Gotham" panose="02000504050000020004" pitchFamily="2" charset="0"/>
            </a:endParaRPr>
          </a:p>
        </p:txBody>
      </p:sp>
      <p:sp>
        <p:nvSpPr>
          <p:cNvPr id="9" name="RbLeanShape Left U-Shape 9">
            <a:extLst>
              <a:ext uri="{FF2B5EF4-FFF2-40B4-BE49-F238E27FC236}">
                <a16:creationId xmlns:a16="http://schemas.microsoft.com/office/drawing/2014/main" id="{BB073B01-73CC-E354-8D8F-9BC93CCF1F09}"/>
              </a:ext>
            </a:extLst>
          </p:cNvPr>
          <p:cNvSpPr/>
          <p:nvPr/>
        </p:nvSpPr>
        <p:spPr>
          <a:xfrm>
            <a:off x="340676" y="950833"/>
            <a:ext cx="11342961" cy="5430302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19050" cmpd="sng">
            <a:solidFill>
              <a:srgbClr val="011334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Textframe 1758,11024199,3454">
            <a:extLst>
              <a:ext uri="{FF2B5EF4-FFF2-40B4-BE49-F238E27FC236}">
                <a16:creationId xmlns:a16="http://schemas.microsoft.com/office/drawing/2014/main" id="{E8D128AA-6625-413C-A2EC-01BB910729DE}"/>
              </a:ext>
            </a:extLst>
          </p:cNvPr>
          <p:cNvSpPr txBox="1"/>
          <p:nvPr/>
        </p:nvSpPr>
        <p:spPr>
          <a:xfrm>
            <a:off x="346766" y="812333"/>
            <a:ext cx="3694292" cy="27699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Métricas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enviadas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na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11334"/>
                </a:solidFill>
                <a:effectLst/>
                <a:highlight>
                  <a:srgbClr val="E8F2F7"/>
                </a:highlight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planilha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11334"/>
              </a:solidFill>
              <a:effectLst/>
              <a:highlight>
                <a:srgbClr val="E8F2F7"/>
              </a:highlight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ítulo 2">
            <a:extLst>
              <a:ext uri="{FF2B5EF4-FFF2-40B4-BE49-F238E27FC236}">
                <a16:creationId xmlns:a16="http://schemas.microsoft.com/office/drawing/2014/main" id="{B402F40B-1CA0-3651-9E95-7BC7203A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76" y="347834"/>
            <a:ext cx="10445857" cy="460982"/>
          </a:xfrm>
        </p:spPr>
        <p:txBody>
          <a:bodyPr/>
          <a:lstStyle/>
          <a:p>
            <a:r>
              <a:rPr lang="pt-BR" dirty="0"/>
              <a:t>Case | </a:t>
            </a:r>
            <a:r>
              <a:rPr lang="pt-BR" dirty="0" err="1"/>
              <a:t>NovaShop</a:t>
            </a:r>
            <a:endParaRPr lang="pt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690BB38-0E0C-36C5-EDBA-4A99D7629829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063286938"/>
              </p:ext>
            </p:extLst>
          </p:nvPr>
        </p:nvGraphicFramePr>
        <p:xfrm>
          <a:off x="340676" y="1456853"/>
          <a:ext cx="11163066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63066">
                  <a:extLst>
                    <a:ext uri="{9D8B030D-6E8A-4147-A177-3AD203B41FA5}">
                      <a16:colId xmlns:a16="http://schemas.microsoft.com/office/drawing/2014/main" val="2224599929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1) Qual o volume de pedidos por status? Calcule a distribuição percentual e apresente os resultados em uma tabela. Inclua uma visualização gráfica (</a:t>
                      </a:r>
                      <a:r>
                        <a:rPr lang="pt-BR" sz="1400" b="0" i="0" u="none" strike="noStrike" dirty="0" err="1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ex</a:t>
                      </a:r>
                      <a:r>
                        <a:rPr lang="pt-BR" sz="1400" b="0" i="0" u="none" strike="noStrike" dirty="0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: gráfico de barras ou pizza).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90311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2) Quais são os 10 produtos mais vendidos (por quantidade total de itens vendidos)? Apresente também a receita gerada por cada um deles.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63210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3) Qual o ticket médio de pedidos por segmento de cliente (B2C </a:t>
                      </a:r>
                      <a:r>
                        <a:rPr lang="pt-BR" sz="1400" b="0" i="0" u="none" strike="noStrike" dirty="0" err="1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vs</a:t>
                      </a:r>
                      <a:r>
                        <a:rPr lang="pt-BR" sz="1400" b="0" i="0" u="none" strike="noStrike" dirty="0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 B2B)? Existe diferença estatisticamente relevante?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775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4) Analise a evolução mensal do volume de pedidos ao longo de 2023 e 2024. Há sazonalidade? Identifique picos e quedas e formule uma hipótese para cada padrão encontrado.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54823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5) Qual canal de aquisição de clientes apresenta a maior taxa de cancelamento de pedidos? E qual gera o maior valor médio de compra? Cruzar clientes → pedidos.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84813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11334"/>
                          </a:solidFill>
                          <a:effectLst/>
                          <a:latin typeface="Aptos Narrow" panose="020B0004020202020204" pitchFamily="34" charset="0"/>
                        </a:rPr>
                        <a:t>6) Identifique e trate inconsistências na base (campos nulos, valores fora do padrão). Documente o que foi encontrado e como você tratou cada caso.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904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46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5">
            <a:extLst>
              <a:ext uri="{FF2B5EF4-FFF2-40B4-BE49-F238E27FC236}">
                <a16:creationId xmlns:a16="http://schemas.microsoft.com/office/drawing/2014/main" id="{67B2D4DD-5D43-B38A-40BD-89360A1BD5C5}"/>
              </a:ext>
            </a:extLst>
          </p:cNvPr>
          <p:cNvSpPr txBox="1"/>
          <p:nvPr/>
        </p:nvSpPr>
        <p:spPr>
          <a:xfrm>
            <a:off x="9983577" y="5272796"/>
            <a:ext cx="1873227" cy="510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1" algn="r" defTabSz="554492">
              <a:lnSpc>
                <a:spcPts val="1383"/>
              </a:lnSpc>
            </a:pPr>
            <a:r>
              <a:rPr lang="pt-BR" sz="1000" b="1" spc="9">
                <a:solidFill>
                  <a:schemeClr val="bg1"/>
                </a:solidFill>
                <a:latin typeface="Arial"/>
                <a:cs typeface="Arial"/>
              </a:rPr>
              <a:t>Fulano da Silva</a:t>
            </a:r>
          </a:p>
          <a:p>
            <a:pPr marL="7701" algn="r" defTabSz="554492">
              <a:lnSpc>
                <a:spcPts val="1383"/>
              </a:lnSpc>
            </a:pPr>
            <a:r>
              <a:rPr lang="pt-BR" sz="1000" spc="9">
                <a:solidFill>
                  <a:schemeClr val="bg1"/>
                </a:solidFill>
                <a:latin typeface="Arial"/>
                <a:cs typeface="Arial"/>
              </a:rPr>
              <a:t>+55 </a:t>
            </a:r>
            <a:r>
              <a:rPr lang="pt-BR" sz="1000" spc="-36">
                <a:solidFill>
                  <a:schemeClr val="bg1"/>
                </a:solidFill>
                <a:latin typeface="Arial"/>
                <a:cs typeface="Arial"/>
              </a:rPr>
              <a:t>11</a:t>
            </a:r>
            <a:r>
              <a:rPr lang="pt-BR" sz="1000" spc="-12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pt-BR" sz="1000" spc="6">
                <a:solidFill>
                  <a:schemeClr val="bg1"/>
                </a:solidFill>
                <a:latin typeface="Arial"/>
                <a:cs typeface="Arial"/>
              </a:rPr>
              <a:t>9999-9999</a:t>
            </a:r>
            <a:endParaRPr lang="pt-BR" sz="1000">
              <a:solidFill>
                <a:schemeClr val="bg1"/>
              </a:solidFill>
              <a:latin typeface="Arial"/>
              <a:cs typeface="Arial"/>
            </a:endParaRPr>
          </a:p>
          <a:p>
            <a:pPr marL="7701" marR="3081" algn="r" defTabSz="554492">
              <a:lnSpc>
                <a:spcPct val="105700"/>
              </a:lnSpc>
            </a:pPr>
            <a:r>
              <a:rPr lang="pt-BR" sz="1000" spc="6">
                <a:solidFill>
                  <a:schemeClr val="bg1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faleconosco@peers.com.br</a:t>
            </a:r>
            <a:endParaRPr lang="pt-BR" sz="10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object 15">
            <a:extLst>
              <a:ext uri="{FF2B5EF4-FFF2-40B4-BE49-F238E27FC236}">
                <a16:creationId xmlns:a16="http://schemas.microsoft.com/office/drawing/2014/main" id="{082D27B5-F3DD-17DD-299B-A2E1445497FC}"/>
              </a:ext>
            </a:extLst>
          </p:cNvPr>
          <p:cNvSpPr txBox="1"/>
          <p:nvPr/>
        </p:nvSpPr>
        <p:spPr>
          <a:xfrm>
            <a:off x="9983577" y="5953733"/>
            <a:ext cx="1873227" cy="510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1" algn="r" defTabSz="554492">
              <a:lnSpc>
                <a:spcPts val="1383"/>
              </a:lnSpc>
            </a:pPr>
            <a:r>
              <a:rPr lang="pt-BR" sz="1000" b="1" spc="9">
                <a:solidFill>
                  <a:schemeClr val="bg1"/>
                </a:solidFill>
                <a:latin typeface="Arial"/>
                <a:cs typeface="Arial"/>
              </a:rPr>
              <a:t>Fulano da Silva</a:t>
            </a:r>
          </a:p>
          <a:p>
            <a:pPr marL="7701" algn="r" defTabSz="554492">
              <a:lnSpc>
                <a:spcPts val="1383"/>
              </a:lnSpc>
            </a:pPr>
            <a:r>
              <a:rPr lang="pt-BR" sz="1000" spc="9">
                <a:solidFill>
                  <a:schemeClr val="bg1"/>
                </a:solidFill>
                <a:latin typeface="Arial"/>
                <a:cs typeface="Arial"/>
              </a:rPr>
              <a:t>+55 </a:t>
            </a:r>
            <a:r>
              <a:rPr lang="pt-BR" sz="1000" spc="-36">
                <a:solidFill>
                  <a:schemeClr val="bg1"/>
                </a:solidFill>
                <a:latin typeface="Arial"/>
                <a:cs typeface="Arial"/>
              </a:rPr>
              <a:t>11</a:t>
            </a:r>
            <a:r>
              <a:rPr lang="pt-BR" sz="1000" spc="-12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pt-BR" sz="1000" spc="6">
                <a:solidFill>
                  <a:schemeClr val="bg1"/>
                </a:solidFill>
                <a:latin typeface="Arial"/>
                <a:cs typeface="Arial"/>
              </a:rPr>
              <a:t>9999-9999</a:t>
            </a:r>
            <a:endParaRPr lang="pt-BR" sz="1000">
              <a:solidFill>
                <a:schemeClr val="bg1"/>
              </a:solidFill>
              <a:latin typeface="Arial"/>
              <a:cs typeface="Arial"/>
            </a:endParaRPr>
          </a:p>
          <a:p>
            <a:pPr marL="7701" marR="3081" algn="r" defTabSz="554492">
              <a:lnSpc>
                <a:spcPct val="105700"/>
              </a:lnSpc>
            </a:pPr>
            <a:r>
              <a:rPr lang="pt-BR" sz="1000" spc="6">
                <a:solidFill>
                  <a:schemeClr val="bg1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faleconosco@peers.com.br</a:t>
            </a:r>
            <a:endParaRPr lang="pt-BR" sz="100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10725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714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1&quot;&gt;&lt;elem m_fUsage=&quot;1.00000000000000000000E+00&quot;&gt;&lt;m_msothmcolidx val=&quot;0&quot;/&gt;&lt;m_rgb r=&quot;A1&quot; g=&quot;A7&quot; b=&quot;AF&quot;/&gt;&lt;m_nBrightness tagver0=&quot;26206&quot; tagname0=&quot;m_nBrightnessUNRECOGNIZED&quot; val=&quot;0&quot;/&gt;&lt;/elem&gt;&lt;/m_vecMRU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dK2ilHTsCEsZB3HJ2a1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3S5YSvRb6g00.IPfS4a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J4nILsTFu3NrX25Kd8g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J4nILsTFu3NrX25Kd8g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E305BB73_FCB6_4D27_8E03_40FF52EF860A&quot;,&quot;SourceFullName&quot;:&quot;&quot;,&quot;LastUpdate&quot;:&quot;2025-05-16 5:59 PM&quot;,&quot;UpdatedBy&quot;:&quot;BrunaXistoSilvaSampa&quot;,&quot;IsLinked&quot;:false,&quot;IsBrokenLink&quot;:false,&quot;Type&quot;:2,&quot;ShapeId&quot;:0,&quot;WorksheetName&quot;:null}"/>
</p:tagLst>
</file>

<file path=ppt/theme/theme1.xml><?xml version="1.0" encoding="utf-8"?>
<a:theme xmlns:a="http://schemas.openxmlformats.org/drawingml/2006/main" name="Conteúdo">
  <a:themeElements>
    <a:clrScheme name="Peers">
      <a:dk1>
        <a:srgbClr val="001334"/>
      </a:dk1>
      <a:lt1>
        <a:srgbClr val="FFFFFF"/>
      </a:lt1>
      <a:dk2>
        <a:srgbClr val="000000"/>
      </a:dk2>
      <a:lt2>
        <a:srgbClr val="D8E7ED"/>
      </a:lt2>
      <a:accent1>
        <a:srgbClr val="E0FE00"/>
      </a:accent1>
      <a:accent2>
        <a:srgbClr val="F3FE98"/>
      </a:accent2>
      <a:accent3>
        <a:srgbClr val="677084"/>
      </a:accent3>
      <a:accent4>
        <a:srgbClr val="021240"/>
      </a:accent4>
      <a:accent5>
        <a:srgbClr val="F8FECB"/>
      </a:accent5>
      <a:accent6>
        <a:srgbClr val="E7F1F4"/>
      </a:accent6>
      <a:hlink>
        <a:srgbClr val="98A1AE"/>
      </a:hlink>
      <a:folHlink>
        <a:srgbClr val="CBD0D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9F2F7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rgbClr val="02124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85750" indent="-360000" algn="l">
          <a:lnSpc>
            <a:spcPct val="120000"/>
          </a:lnSpc>
          <a:spcAft>
            <a:spcPts val="600"/>
          </a:spcAft>
          <a:buClr>
            <a:srgbClr val="E4F419"/>
          </a:buClr>
          <a:buFont typeface="Arial" panose="020B0604020202020204" pitchFamily="34" charset="0"/>
          <a:buChar char="▬"/>
          <a:defRPr sz="16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apas">
  <a:themeElements>
    <a:clrScheme name="Personalizada 8">
      <a:dk1>
        <a:srgbClr val="001334"/>
      </a:dk1>
      <a:lt1>
        <a:srgbClr val="FFFFFF"/>
      </a:lt1>
      <a:dk2>
        <a:srgbClr val="000000"/>
      </a:dk2>
      <a:lt2>
        <a:srgbClr val="D8E7ED"/>
      </a:lt2>
      <a:accent1>
        <a:srgbClr val="001334"/>
      </a:accent1>
      <a:accent2>
        <a:srgbClr val="677084"/>
      </a:accent2>
      <a:accent3>
        <a:srgbClr val="D8E7ED"/>
      </a:accent3>
      <a:accent4>
        <a:srgbClr val="29FF65"/>
      </a:accent4>
      <a:accent5>
        <a:srgbClr val="BC5FFF"/>
      </a:accent5>
      <a:accent6>
        <a:srgbClr val="E1FF00"/>
      </a:accent6>
      <a:hlink>
        <a:srgbClr val="001334"/>
      </a:hlink>
      <a:folHlink>
        <a:srgbClr val="98A1A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ivisória">
  <a:themeElements>
    <a:clrScheme name="Peers">
      <a:dk1>
        <a:srgbClr val="001334"/>
      </a:dk1>
      <a:lt1>
        <a:srgbClr val="FFFFFF"/>
      </a:lt1>
      <a:dk2>
        <a:srgbClr val="000000"/>
      </a:dk2>
      <a:lt2>
        <a:srgbClr val="D8E7ED"/>
      </a:lt2>
      <a:accent1>
        <a:srgbClr val="E0FE00"/>
      </a:accent1>
      <a:accent2>
        <a:srgbClr val="F3FE98"/>
      </a:accent2>
      <a:accent3>
        <a:srgbClr val="677084"/>
      </a:accent3>
      <a:accent4>
        <a:srgbClr val="021240"/>
      </a:accent4>
      <a:accent5>
        <a:srgbClr val="F8FECB"/>
      </a:accent5>
      <a:accent6>
        <a:srgbClr val="E7F1F4"/>
      </a:accent6>
      <a:hlink>
        <a:srgbClr val="98A1AE"/>
      </a:hlink>
      <a:folHlink>
        <a:srgbClr val="CBD0D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eers_Group">
  <a:themeElements>
    <a:clrScheme name="Peers">
      <a:dk1>
        <a:srgbClr val="001334"/>
      </a:dk1>
      <a:lt1>
        <a:srgbClr val="FFFFFF"/>
      </a:lt1>
      <a:dk2>
        <a:srgbClr val="000000"/>
      </a:dk2>
      <a:lt2>
        <a:srgbClr val="D8E7ED"/>
      </a:lt2>
      <a:accent1>
        <a:srgbClr val="E0FE00"/>
      </a:accent1>
      <a:accent2>
        <a:srgbClr val="F3FE98"/>
      </a:accent2>
      <a:accent3>
        <a:srgbClr val="677084"/>
      </a:accent3>
      <a:accent4>
        <a:srgbClr val="021240"/>
      </a:accent4>
      <a:accent5>
        <a:srgbClr val="F8FECB"/>
      </a:accent5>
      <a:accent6>
        <a:srgbClr val="E7F1F4"/>
      </a:accent6>
      <a:hlink>
        <a:srgbClr val="98A1AE"/>
      </a:hlink>
      <a:folHlink>
        <a:srgbClr val="CBD0D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9F2F7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rgbClr val="02124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85750" indent="-360000" algn="l">
          <a:lnSpc>
            <a:spcPct val="120000"/>
          </a:lnSpc>
          <a:spcAft>
            <a:spcPts val="600"/>
          </a:spcAft>
          <a:buClr>
            <a:srgbClr val="E4F419"/>
          </a:buClr>
          <a:buFont typeface="Arial" panose="020B0604020202020204" pitchFamily="34" charset="0"/>
          <a:buChar char="▬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eers_Group" id="{9AFEB31F-28EB-4C20-969F-76BC242B7B60}" vid="{D225B424-3BDC-4C86-8966-823018D789E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E48F93-1697-4A66-A775-F6FEA25A3668}">
  <we:reference id="wa104379997" version="2.0.0.0" store="pt-BR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84B3636D61C6447A8C2A09DE825BFFF" ma:contentTypeVersion="22" ma:contentTypeDescription="Criar um novo documento." ma:contentTypeScope="" ma:versionID="7b4192a4108d04e5c0cab15a84f1ab3e">
  <xsd:schema xmlns:xsd="http://www.w3.org/2001/XMLSchema" xmlns:xs="http://www.w3.org/2001/XMLSchema" xmlns:p="http://schemas.microsoft.com/office/2006/metadata/properties" xmlns:ns2="adeb36e5-0639-49b1-b0e0-9bb86cf93dca" xmlns:ns3="0bfe6721-1bbd-496d-99d9-a1a07a4329e6" targetNamespace="http://schemas.microsoft.com/office/2006/metadata/properties" ma:root="true" ma:fieldsID="1cae3912ebbfa67069b8090fec2a1931" ns2:_="" ns3:_="">
    <xsd:import namespace="adeb36e5-0639-49b1-b0e0-9bb86cf93dca"/>
    <xsd:import namespace="0bfe6721-1bbd-496d-99d9-a1a07a4329e6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2:TaxCatchAll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_Flow_SignoffStatu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eb36e5-0639-49b1-b0e0-9bb86cf93dca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9" nillable="true" ma:taxonomy="true" ma:internalName="TaxKeywordTaxHTField" ma:taxonomyFieldName="TaxKeyword" ma:displayName="Palavras-chave Empresariais" ma:fieldId="{23f27201-bee3-471e-b2e7-b64fd8b7ca38}" ma:taxonomyMulti="true" ma:sspId="e82b2aa9-fc7e-432d-81a2-a00f40476ff2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aad5d4a2-fd03-4d10-bef5-7dc3b28a6db7}" ma:internalName="TaxCatchAll" ma:showField="CatchAllData" ma:web="adeb36e5-0639-49b1-b0e0-9bb86cf93d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1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fe6721-1bbd-496d-99d9-a1a07a4329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Etiquetas de Imagem" ma:readOnly="false" ma:fieldId="{5cf76f15-5ced-4ddc-b409-7134ff3c332f}" ma:taxonomyMulti="true" ma:sspId="e82b2aa9-fc7e-432d-81a2-a00f40476f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6" nillable="true" ma:displayName="Estado da aprovação" ma:internalName="Estado_x0020_da_x0020_aprova_x00e7__x00e3_o">
      <xsd:simpleType>
        <xsd:restriction base="dms:Text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bfe6721-1bbd-496d-99d9-a1a07a4329e6">
      <Terms xmlns="http://schemas.microsoft.com/office/infopath/2007/PartnerControls"/>
    </lcf76f155ced4ddcb4097134ff3c332f>
    <TaxCatchAll xmlns="adeb36e5-0639-49b1-b0e0-9bb86cf93dca" xsi:nil="true"/>
    <SharedWithUsers xmlns="adeb36e5-0639-49b1-b0e0-9bb86cf93dca">
      <UserInfo>
        <DisplayName>Fernando Decaris Escobar</DisplayName>
        <AccountId>53</AccountId>
        <AccountType/>
      </UserInfo>
    </SharedWithUsers>
    <_Flow_SignoffStatus xmlns="0bfe6721-1bbd-496d-99d9-a1a07a4329e6" xsi:nil="true"/>
    <TaxKeywordTaxHTField xmlns="adeb36e5-0639-49b1-b0e0-9bb86cf93dca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FBB3699C-62C1-440C-B7A5-C1A8FAA002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761BA8-ECA5-4C11-A515-B5496BB5CC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eb36e5-0639-49b1-b0e0-9bb86cf93dca"/>
    <ds:schemaRef ds:uri="0bfe6721-1bbd-496d-99d9-a1a07a4329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05B39C-849B-44E8-AB6E-30A0D9D0EFD0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adeb36e5-0639-49b1-b0e0-9bb86cf93dca"/>
    <ds:schemaRef ds:uri="http://schemas.microsoft.com/office/infopath/2007/PartnerControls"/>
    <ds:schemaRef ds:uri="0bfe6721-1bbd-496d-99d9-a1a07a4329e6"/>
    <ds:schemaRef ds:uri="http://purl.org/dc/elements/1.1/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b9e68103-376a-402b-87f6-a3b10658e7c4}" enabled="0" method="" siteId="{b9e68103-376a-402b-87f6-a3b10658e7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504</Words>
  <Application>Microsoft Office PowerPoint</Application>
  <PresentationFormat>Personalizar</PresentationFormat>
  <Paragraphs>33</Paragraphs>
  <Slides>4</Slides>
  <Notes>2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 Narrow</vt:lpstr>
      <vt:lpstr>Arial</vt:lpstr>
      <vt:lpstr>Wingdings</vt:lpstr>
      <vt:lpstr>Conteúdo</vt:lpstr>
      <vt:lpstr>Capas</vt:lpstr>
      <vt:lpstr>Divisória</vt:lpstr>
      <vt:lpstr>Peers_Group</vt:lpstr>
      <vt:lpstr>Slide do think-cell</vt:lpstr>
      <vt:lpstr>Apresentação do PowerPoint</vt:lpstr>
      <vt:lpstr>Case | NovaShop</vt:lpstr>
      <vt:lpstr>Case | NovaShop</vt:lpstr>
      <vt:lpstr>Apresentação do PowerPoint</vt:lpstr>
    </vt:vector>
  </TitlesOfParts>
  <Company>Peers Consultoria de Servicos Ltda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</dc:title>
  <dc:creator>Felipe Conatti</dc:creator>
  <cp:lastModifiedBy>José Guilherme Cândido Pereira</cp:lastModifiedBy>
  <cp:revision>7</cp:revision>
  <dcterms:created xsi:type="dcterms:W3CDTF">2018-08-20T13:50:21Z</dcterms:created>
  <dcterms:modified xsi:type="dcterms:W3CDTF">2026-04-17T15:18:34Z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525faf65-b375-4c0c-acf3-847e50831bb6</vt:lpwstr>
  </property>
  <property fmtid="{D5CDD505-2E9C-101B-9397-08002B2CF9AE}" pid="3" name="ContentTypeId">
    <vt:lpwstr>0x010100A84B3636D61C6447A8C2A09DE825BFFF</vt:lpwstr>
  </property>
  <property fmtid="{D5CDD505-2E9C-101B-9397-08002B2CF9AE}" pid="4" name="TaxKeyword">
    <vt:lpwstr/>
  </property>
  <property fmtid="{D5CDD505-2E9C-101B-9397-08002B2CF9AE}" pid="5" name="Objeto">
    <vt:lpwstr>092e299d-31fa-4907-b0f7-97cd839a9cdb</vt:lpwstr>
  </property>
  <property fmtid="{D5CDD505-2E9C-101B-9397-08002B2CF9AE}" pid="6" name="Classificação">
    <vt:lpwstr>Confidencial</vt:lpwstr>
  </property>
  <property fmtid="{D5CDD505-2E9C-101B-9397-08002B2CF9AE}" pid="7" name="MediaServiceImageTags">
    <vt:lpwstr/>
  </property>
  <property fmtid="{D5CDD505-2E9C-101B-9397-08002B2CF9AE}" pid="8" name="Order">
    <vt:r8>135506000</vt:r8>
  </property>
  <property fmtid="{D5CDD505-2E9C-101B-9397-08002B2CF9AE}" pid="9" name="xd_Signature">
    <vt:bool>false</vt:bool>
  </property>
  <property fmtid="{D5CDD505-2E9C-101B-9397-08002B2CF9AE}" pid="10" name="SharedWithUsers">
    <vt:lpwstr>53;#Fernando Decaris Escobar</vt:lpwstr>
  </property>
  <property fmtid="{D5CDD505-2E9C-101B-9397-08002B2CF9AE}" pid="11" name="xd_ProgID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Classificacao">
    <vt:lpwstr>Público</vt:lpwstr>
  </property>
  <property fmtid="{D5CDD505-2E9C-101B-9397-08002B2CF9AE}" pid="17" name="MSIP_Label_38dfde47-f100-441b-b584-049a7fefba8a_Enabled">
    <vt:lpwstr>true</vt:lpwstr>
  </property>
  <property fmtid="{D5CDD505-2E9C-101B-9397-08002B2CF9AE}" pid="18" name="MSIP_Label_38dfde47-f100-441b-b584-049a7fefba8a_SetDate">
    <vt:lpwstr>2024-10-01T19:56:07Z</vt:lpwstr>
  </property>
  <property fmtid="{D5CDD505-2E9C-101B-9397-08002B2CF9AE}" pid="19" name="MSIP_Label_38dfde47-f100-441b-b584-049a7fefba8a_Method">
    <vt:lpwstr>Standard</vt:lpwstr>
  </property>
  <property fmtid="{D5CDD505-2E9C-101B-9397-08002B2CF9AE}" pid="20" name="MSIP_Label_38dfde47-f100-441b-b584-049a7fefba8a_Name">
    <vt:lpwstr>38dfde47-f100-441b-b584-049a7fefba8a</vt:lpwstr>
  </property>
  <property fmtid="{D5CDD505-2E9C-101B-9397-08002B2CF9AE}" pid="21" name="MSIP_Label_38dfde47-f100-441b-b584-049a7fefba8a_SiteId">
    <vt:lpwstr>16e7cf3f-6af4-4e76-941e-aecafb9704e9</vt:lpwstr>
  </property>
  <property fmtid="{D5CDD505-2E9C-101B-9397-08002B2CF9AE}" pid="22" name="MSIP_Label_38dfde47-f100-441b-b584-049a7fefba8a_ActionId">
    <vt:lpwstr>ed9d3baf-552d-4f62-8974-5fd74ea262fa</vt:lpwstr>
  </property>
  <property fmtid="{D5CDD505-2E9C-101B-9397-08002B2CF9AE}" pid="23" name="MSIP_Label_38dfde47-f100-441b-b584-049a7fefba8a_ContentBits">
    <vt:lpwstr>2</vt:lpwstr>
  </property>
  <property fmtid="{D5CDD505-2E9C-101B-9397-08002B2CF9AE}" pid="24" name="ClassificationContentMarkingFooterLocations">
    <vt:lpwstr>1_Office Theme:29\Capas:3\Fundo sólido:6\Abertura:7</vt:lpwstr>
  </property>
  <property fmtid="{D5CDD505-2E9C-101B-9397-08002B2CF9AE}" pid="25" name="ClassificationContentMarkingFooterText">
    <vt:lpwstr>Internal Use Only</vt:lpwstr>
  </property>
</Properties>
</file>